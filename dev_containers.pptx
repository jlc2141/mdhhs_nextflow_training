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5" r:id="rId6"/>
    <p:sldId id="267" r:id="rId7"/>
    <p:sldId id="266" r:id="rId8"/>
    <p:sldId id="268" r:id="rId9"/>
    <p:sldId id="262" r:id="rId10"/>
    <p:sldId id="269" r:id="rId11"/>
    <p:sldId id="270" r:id="rId12"/>
    <p:sldId id="1075" r:id="rId13"/>
    <p:sldId id="263" r:id="rId14"/>
    <p:sldId id="271" r:id="rId15"/>
    <p:sldId id="275" r:id="rId16"/>
    <p:sldId id="272" r:id="rId17"/>
    <p:sldId id="278" r:id="rId18"/>
    <p:sldId id="279" r:id="rId19"/>
    <p:sldId id="1079" r:id="rId20"/>
    <p:sldId id="274" r:id="rId21"/>
    <p:sldId id="280" r:id="rId22"/>
    <p:sldId id="276" r:id="rId23"/>
    <p:sldId id="289" r:id="rId24"/>
    <p:sldId id="1074" r:id="rId25"/>
    <p:sldId id="281" r:id="rId26"/>
    <p:sldId id="1076" r:id="rId27"/>
    <p:sldId id="1078" r:id="rId28"/>
    <p:sldId id="1077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62353" autoAdjust="0"/>
  </p:normalViewPr>
  <p:slideViewPr>
    <p:cSldViewPr snapToGrid="0">
      <p:cViewPr varScale="1">
        <p:scale>
          <a:sx n="51" d="100"/>
          <a:sy n="51" d="100"/>
        </p:scale>
        <p:origin x="190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odkowski, John (DHHS-Contractor)" userId="d81c4474-91f1-4931-91d7-ebb3e2df7470" providerId="ADAL" clId="{4C712B20-9B05-4CA2-903A-815D2FE0A4C1}"/>
    <pc:docChg chg="undo custSel addSld delSld modSld sldOrd">
      <pc:chgData name="Chodkowski, John (DHHS-Contractor)" userId="d81c4474-91f1-4931-91d7-ebb3e2df7470" providerId="ADAL" clId="{4C712B20-9B05-4CA2-903A-815D2FE0A4C1}" dt="2026-10-26T14:59:27.608" v="5971" actId="20577"/>
      <pc:docMkLst>
        <pc:docMk/>
      </pc:docMkLst>
      <pc:sldChg chg="modSp modAnim modNotesTx">
        <pc:chgData name="Chodkowski, John (DHHS-Contractor)" userId="d81c4474-91f1-4931-91d7-ebb3e2df7470" providerId="ADAL" clId="{4C712B20-9B05-4CA2-903A-815D2FE0A4C1}" dt="2026-10-26T14:58:15.656" v="5958" actId="20577"/>
        <pc:sldMkLst>
          <pc:docMk/>
          <pc:sldMk cId="1460008216" sldId="257"/>
        </pc:sldMkLst>
        <pc:spChg chg="mod">
          <ac:chgData name="Chodkowski, John (DHHS-Contractor)" userId="d81c4474-91f1-4931-91d7-ebb3e2df7470" providerId="ADAL" clId="{4C712B20-9B05-4CA2-903A-815D2FE0A4C1}" dt="2026-10-01T15:42:30.144" v="5560" actId="20577"/>
          <ac:spMkLst>
            <pc:docMk/>
            <pc:sldMk cId="1460008216" sldId="257"/>
            <ac:spMk id="3" creationId="{205B234A-C42A-0560-65D6-F5DDE2C10AE5}"/>
          </ac:spMkLst>
        </pc:spChg>
      </pc:sldChg>
      <pc:sldChg chg="modSp mod">
        <pc:chgData name="Chodkowski, John (DHHS-Contractor)" userId="d81c4474-91f1-4931-91d7-ebb3e2df7470" providerId="ADAL" clId="{4C712B20-9B05-4CA2-903A-815D2FE0A4C1}" dt="2026-10-01T14:32:38.015" v="4050" actId="20577"/>
        <pc:sldMkLst>
          <pc:docMk/>
          <pc:sldMk cId="1483393817" sldId="258"/>
        </pc:sldMkLst>
        <pc:spChg chg="mod">
          <ac:chgData name="Chodkowski, John (DHHS-Contractor)" userId="d81c4474-91f1-4931-91d7-ebb3e2df7470" providerId="ADAL" clId="{4C712B20-9B05-4CA2-903A-815D2FE0A4C1}" dt="2026-10-01T14:32:38.015" v="4050" actId="20577"/>
          <ac:spMkLst>
            <pc:docMk/>
            <pc:sldMk cId="1483393817" sldId="258"/>
            <ac:spMk id="3" creationId="{0C27B5FA-A7C1-48DE-723D-83B5D513E707}"/>
          </ac:spMkLst>
        </pc:spChg>
      </pc:sldChg>
      <pc:sldChg chg="ord">
        <pc:chgData name="Chodkowski, John (DHHS-Contractor)" userId="d81c4474-91f1-4931-91d7-ebb3e2df7470" providerId="ADAL" clId="{4C712B20-9B05-4CA2-903A-815D2FE0A4C1}" dt="2026-09-30T20:07:36.586" v="1"/>
        <pc:sldMkLst>
          <pc:docMk/>
          <pc:sldMk cId="116600441" sldId="259"/>
        </pc:sldMkLst>
      </pc:sldChg>
      <pc:sldChg chg="addSp delSp modSp mod ord">
        <pc:chgData name="Chodkowski, John (DHHS-Contractor)" userId="d81c4474-91f1-4931-91d7-ebb3e2df7470" providerId="ADAL" clId="{4C712B20-9B05-4CA2-903A-815D2FE0A4C1}" dt="2026-09-30T23:38:59.991" v="1609" actId="20577"/>
        <pc:sldMkLst>
          <pc:docMk/>
          <pc:sldMk cId="2433189202" sldId="262"/>
        </pc:sldMkLst>
        <pc:spChg chg="mod">
          <ac:chgData name="Chodkowski, John (DHHS-Contractor)" userId="d81c4474-91f1-4931-91d7-ebb3e2df7470" providerId="ADAL" clId="{4C712B20-9B05-4CA2-903A-815D2FE0A4C1}" dt="2026-09-30T20:24:23.196" v="490" actId="20577"/>
          <ac:spMkLst>
            <pc:docMk/>
            <pc:sldMk cId="2433189202" sldId="262"/>
            <ac:spMk id="2" creationId="{4CA4C278-4B04-8754-70BA-3AE9FE9A6BBF}"/>
          </ac:spMkLst>
        </pc:spChg>
        <pc:spChg chg="add mod">
          <ac:chgData name="Chodkowski, John (DHHS-Contractor)" userId="d81c4474-91f1-4931-91d7-ebb3e2df7470" providerId="ADAL" clId="{4C712B20-9B05-4CA2-903A-815D2FE0A4C1}" dt="2026-09-30T20:36:54.204" v="696" actId="1076"/>
          <ac:spMkLst>
            <pc:docMk/>
            <pc:sldMk cId="2433189202" sldId="262"/>
            <ac:spMk id="8" creationId="{B6ED041B-3F04-F98B-2726-BB3A9A99DC0E}"/>
          </ac:spMkLst>
        </pc:spChg>
        <pc:spChg chg="add mod">
          <ac:chgData name="Chodkowski, John (DHHS-Contractor)" userId="d81c4474-91f1-4931-91d7-ebb3e2df7470" providerId="ADAL" clId="{4C712B20-9B05-4CA2-903A-815D2FE0A4C1}" dt="2026-09-30T23:38:59.991" v="1609" actId="20577"/>
          <ac:spMkLst>
            <pc:docMk/>
            <pc:sldMk cId="2433189202" sldId="262"/>
            <ac:spMk id="10" creationId="{D357A599-5EA9-93DC-D8CB-E8071A096753}"/>
          </ac:spMkLst>
        </pc:spChg>
        <pc:spChg chg="add mod">
          <ac:chgData name="Chodkowski, John (DHHS-Contractor)" userId="d81c4474-91f1-4931-91d7-ebb3e2df7470" providerId="ADAL" clId="{4C712B20-9B05-4CA2-903A-815D2FE0A4C1}" dt="2026-09-30T20:37:29.636" v="738" actId="1037"/>
          <ac:spMkLst>
            <pc:docMk/>
            <pc:sldMk cId="2433189202" sldId="262"/>
            <ac:spMk id="16" creationId="{0079BDA1-CAEA-6E92-65F7-4AB2BD31E592}"/>
          </ac:spMkLst>
        </pc:spChg>
        <pc:spChg chg="add mod">
          <ac:chgData name="Chodkowski, John (DHHS-Contractor)" userId="d81c4474-91f1-4931-91d7-ebb3e2df7470" providerId="ADAL" clId="{4C712B20-9B05-4CA2-903A-815D2FE0A4C1}" dt="2026-09-30T20:37:25.838" v="734" actId="1076"/>
          <ac:spMkLst>
            <pc:docMk/>
            <pc:sldMk cId="2433189202" sldId="262"/>
            <ac:spMk id="18" creationId="{C7AA9982-1E98-8FC3-011B-4BEB0E4F69B2}"/>
          </ac:spMkLst>
        </pc:spChg>
        <pc:spChg chg="add mod">
          <ac:chgData name="Chodkowski, John (DHHS-Contractor)" userId="d81c4474-91f1-4931-91d7-ebb3e2df7470" providerId="ADAL" clId="{4C712B20-9B05-4CA2-903A-815D2FE0A4C1}" dt="2026-09-30T20:37:46.052" v="741" actId="20577"/>
          <ac:spMkLst>
            <pc:docMk/>
            <pc:sldMk cId="2433189202" sldId="262"/>
            <ac:spMk id="20" creationId="{A808B173-F409-6A6E-6F07-DC7F7F2D4127}"/>
          </ac:spMkLst>
        </pc:spChg>
        <pc:picChg chg="mod">
          <ac:chgData name="Chodkowski, John (DHHS-Contractor)" userId="d81c4474-91f1-4931-91d7-ebb3e2df7470" providerId="ADAL" clId="{4C712B20-9B05-4CA2-903A-815D2FE0A4C1}" dt="2026-09-30T20:36:54.204" v="696" actId="1076"/>
          <ac:picMkLst>
            <pc:docMk/>
            <pc:sldMk cId="2433189202" sldId="262"/>
            <ac:picMk id="5" creationId="{06907613-C40E-C77B-53D4-5EF3B67D2D16}"/>
          </ac:picMkLst>
        </pc:picChg>
        <pc:picChg chg="add mod">
          <ac:chgData name="Chodkowski, John (DHHS-Contractor)" userId="d81c4474-91f1-4931-91d7-ebb3e2df7470" providerId="ADAL" clId="{4C712B20-9B05-4CA2-903A-815D2FE0A4C1}" dt="2026-09-30T20:36:54.204" v="696" actId="1076"/>
          <ac:picMkLst>
            <pc:docMk/>
            <pc:sldMk cId="2433189202" sldId="262"/>
            <ac:picMk id="12" creationId="{120F1B87-E84F-BB70-0314-A9A89625D639}"/>
          </ac:picMkLst>
        </pc:picChg>
        <pc:picChg chg="add mod">
          <ac:chgData name="Chodkowski, John (DHHS-Contractor)" userId="d81c4474-91f1-4931-91d7-ebb3e2df7470" providerId="ADAL" clId="{4C712B20-9B05-4CA2-903A-815D2FE0A4C1}" dt="2026-09-30T20:36:54.204" v="696" actId="1076"/>
          <ac:picMkLst>
            <pc:docMk/>
            <pc:sldMk cId="2433189202" sldId="262"/>
            <ac:picMk id="14" creationId="{09C267E4-84A3-EDF3-4462-3278C6CAFF64}"/>
          </ac:picMkLst>
        </pc:picChg>
      </pc:sldChg>
      <pc:sldChg chg="addSp delSp modSp mod ord modNotesTx">
        <pc:chgData name="Chodkowski, John (DHHS-Contractor)" userId="d81c4474-91f1-4931-91d7-ebb3e2df7470" providerId="ADAL" clId="{4C712B20-9B05-4CA2-903A-815D2FE0A4C1}" dt="2026-10-26T14:58:36.514" v="5960" actId="20577"/>
        <pc:sldMkLst>
          <pc:docMk/>
          <pc:sldMk cId="317123867" sldId="263"/>
        </pc:sldMkLst>
        <pc:spChg chg="mod">
          <ac:chgData name="Chodkowski, John (DHHS-Contractor)" userId="d81c4474-91f1-4931-91d7-ebb3e2df7470" providerId="ADAL" clId="{4C712B20-9B05-4CA2-903A-815D2FE0A4C1}" dt="2026-09-30T23:52:42.240" v="1943" actId="27636"/>
          <ac:spMkLst>
            <pc:docMk/>
            <pc:sldMk cId="317123867" sldId="263"/>
            <ac:spMk id="2" creationId="{1DDCF678-D0C7-3D05-C0DE-7D823FC9E340}"/>
          </ac:spMkLst>
        </pc:spChg>
        <pc:spChg chg="mod">
          <ac:chgData name="Chodkowski, John (DHHS-Contractor)" userId="d81c4474-91f1-4931-91d7-ebb3e2df7470" providerId="ADAL" clId="{4C712B20-9B05-4CA2-903A-815D2FE0A4C1}" dt="2026-09-30T20:42:10.442" v="853" actId="20577"/>
          <ac:spMkLst>
            <pc:docMk/>
            <pc:sldMk cId="317123867" sldId="263"/>
            <ac:spMk id="7" creationId="{1CEFADC5-A7A8-369D-5BBA-857D53A97294}"/>
          </ac:spMkLst>
        </pc:spChg>
        <pc:picChg chg="add mod ord">
          <ac:chgData name="Chodkowski, John (DHHS-Contractor)" userId="d81c4474-91f1-4931-91d7-ebb3e2df7470" providerId="ADAL" clId="{4C712B20-9B05-4CA2-903A-815D2FE0A4C1}" dt="2026-09-30T20:41:17.412" v="797" actId="1076"/>
          <ac:picMkLst>
            <pc:docMk/>
            <pc:sldMk cId="317123867" sldId="263"/>
            <ac:picMk id="36" creationId="{7E5DE7BA-14C6-37D9-AB0E-0DF26B22BF7E}"/>
          </ac:picMkLst>
        </pc:picChg>
        <pc:picChg chg="add mod ord modCrop">
          <ac:chgData name="Chodkowski, John (DHHS-Contractor)" userId="d81c4474-91f1-4931-91d7-ebb3e2df7470" providerId="ADAL" clId="{4C712B20-9B05-4CA2-903A-815D2FE0A4C1}" dt="2026-09-30T20:42:50.376" v="882" actId="1038"/>
          <ac:picMkLst>
            <pc:docMk/>
            <pc:sldMk cId="317123867" sldId="263"/>
            <ac:picMk id="38" creationId="{DE3EC196-C652-1738-A3FA-DED3401BC3BD}"/>
          </ac:picMkLst>
        </pc:picChg>
      </pc:sldChg>
      <pc:sldChg chg="modSp mod">
        <pc:chgData name="Chodkowski, John (DHHS-Contractor)" userId="d81c4474-91f1-4931-91d7-ebb3e2df7470" providerId="ADAL" clId="{4C712B20-9B05-4CA2-903A-815D2FE0A4C1}" dt="2026-09-30T20:11:27.490" v="117" actId="20577"/>
        <pc:sldMkLst>
          <pc:docMk/>
          <pc:sldMk cId="519494675" sldId="265"/>
        </pc:sldMkLst>
        <pc:spChg chg="mod">
          <ac:chgData name="Chodkowski, John (DHHS-Contractor)" userId="d81c4474-91f1-4931-91d7-ebb3e2df7470" providerId="ADAL" clId="{4C712B20-9B05-4CA2-903A-815D2FE0A4C1}" dt="2026-09-30T20:11:27.490" v="117" actId="20577"/>
          <ac:spMkLst>
            <pc:docMk/>
            <pc:sldMk cId="519494675" sldId="265"/>
            <ac:spMk id="3" creationId="{5F542849-0BD2-EE5B-B9D2-38BB468366B8}"/>
          </ac:spMkLst>
        </pc:spChg>
        <pc:picChg chg="mod">
          <ac:chgData name="Chodkowski, John (DHHS-Contractor)" userId="d81c4474-91f1-4931-91d7-ebb3e2df7470" providerId="ADAL" clId="{4C712B20-9B05-4CA2-903A-815D2FE0A4C1}" dt="2026-09-30T20:10:49.861" v="9" actId="1076"/>
          <ac:picMkLst>
            <pc:docMk/>
            <pc:sldMk cId="519494675" sldId="265"/>
            <ac:picMk id="5" creationId="{E2F49E81-E5FF-1D3E-9EAB-96A62CABBD8D}"/>
          </ac:picMkLst>
        </pc:picChg>
      </pc:sldChg>
      <pc:sldChg chg="addSp delSp modSp new mod">
        <pc:chgData name="Chodkowski, John (DHHS-Contractor)" userId="d81c4474-91f1-4931-91d7-ebb3e2df7470" providerId="ADAL" clId="{4C712B20-9B05-4CA2-903A-815D2FE0A4C1}" dt="2026-09-30T20:19:08.373" v="281" actId="1076"/>
        <pc:sldMkLst>
          <pc:docMk/>
          <pc:sldMk cId="3710729149" sldId="266"/>
        </pc:sldMkLst>
        <pc:spChg chg="mod">
          <ac:chgData name="Chodkowski, John (DHHS-Contractor)" userId="d81c4474-91f1-4931-91d7-ebb3e2df7470" providerId="ADAL" clId="{4C712B20-9B05-4CA2-903A-815D2FE0A4C1}" dt="2026-09-30T20:18:59.588" v="279" actId="20577"/>
          <ac:spMkLst>
            <pc:docMk/>
            <pc:sldMk cId="3710729149" sldId="266"/>
            <ac:spMk id="2" creationId="{9777022C-26CC-BCCC-CB06-6CFB54D9B124}"/>
          </ac:spMkLst>
        </pc:spChg>
        <pc:spChg chg="add mod">
          <ac:chgData name="Chodkowski, John (DHHS-Contractor)" userId="d81c4474-91f1-4931-91d7-ebb3e2df7470" providerId="ADAL" clId="{4C712B20-9B05-4CA2-903A-815D2FE0A4C1}" dt="2026-09-30T20:19:08.373" v="281" actId="1076"/>
          <ac:spMkLst>
            <pc:docMk/>
            <pc:sldMk cId="3710729149" sldId="266"/>
            <ac:spMk id="7" creationId="{3B66F94F-CCFC-FEAB-B5D8-05AE89951312}"/>
          </ac:spMkLst>
        </pc:spChg>
        <pc:picChg chg="add mod">
          <ac:chgData name="Chodkowski, John (DHHS-Contractor)" userId="d81c4474-91f1-4931-91d7-ebb3e2df7470" providerId="ADAL" clId="{4C712B20-9B05-4CA2-903A-815D2FE0A4C1}" dt="2026-09-30T20:18:43.948" v="266" actId="1076"/>
          <ac:picMkLst>
            <pc:docMk/>
            <pc:sldMk cId="3710729149" sldId="266"/>
            <ac:picMk id="5" creationId="{FBB88DDD-99A8-ACF6-F63B-47F246C3ED67}"/>
          </ac:picMkLst>
        </pc:picChg>
      </pc:sldChg>
      <pc:sldChg chg="addSp delSp modSp new mod">
        <pc:chgData name="Chodkowski, John (DHHS-Contractor)" userId="d81c4474-91f1-4931-91d7-ebb3e2df7470" providerId="ADAL" clId="{4C712B20-9B05-4CA2-903A-815D2FE0A4C1}" dt="2026-09-30T20:18:21.813" v="207" actId="1076"/>
        <pc:sldMkLst>
          <pc:docMk/>
          <pc:sldMk cId="3564001934" sldId="267"/>
        </pc:sldMkLst>
        <pc:spChg chg="mod">
          <ac:chgData name="Chodkowski, John (DHHS-Contractor)" userId="d81c4474-91f1-4931-91d7-ebb3e2df7470" providerId="ADAL" clId="{4C712B20-9B05-4CA2-903A-815D2FE0A4C1}" dt="2026-09-30T20:15:18.640" v="175" actId="20577"/>
          <ac:spMkLst>
            <pc:docMk/>
            <pc:sldMk cId="3564001934" sldId="267"/>
            <ac:spMk id="2" creationId="{55639F25-520A-BAC0-0018-848B080BB1FE}"/>
          </ac:spMkLst>
        </pc:spChg>
        <pc:spChg chg="add mod">
          <ac:chgData name="Chodkowski, John (DHHS-Contractor)" userId="d81c4474-91f1-4931-91d7-ebb3e2df7470" providerId="ADAL" clId="{4C712B20-9B05-4CA2-903A-815D2FE0A4C1}" dt="2026-09-30T20:16:22.221" v="186" actId="13822"/>
          <ac:spMkLst>
            <pc:docMk/>
            <pc:sldMk cId="3564001934" sldId="267"/>
            <ac:spMk id="6" creationId="{0826253C-15F9-2D9A-8951-DAF3E2253286}"/>
          </ac:spMkLst>
        </pc:spChg>
        <pc:spChg chg="add mod">
          <ac:chgData name="Chodkowski, John (DHHS-Contractor)" userId="d81c4474-91f1-4931-91d7-ebb3e2df7470" providerId="ADAL" clId="{4C712B20-9B05-4CA2-903A-815D2FE0A4C1}" dt="2026-09-30T20:18:13.245" v="203" actId="1076"/>
          <ac:spMkLst>
            <pc:docMk/>
            <pc:sldMk cId="3564001934" sldId="267"/>
            <ac:spMk id="10" creationId="{ECC9043A-99F3-D005-921A-D35A5FCCE4FF}"/>
          </ac:spMkLst>
        </pc:spChg>
        <pc:spChg chg="add mod">
          <ac:chgData name="Chodkowski, John (DHHS-Contractor)" userId="d81c4474-91f1-4931-91d7-ebb3e2df7470" providerId="ADAL" clId="{4C712B20-9B05-4CA2-903A-815D2FE0A4C1}" dt="2026-09-30T20:18:21.813" v="207" actId="1076"/>
          <ac:spMkLst>
            <pc:docMk/>
            <pc:sldMk cId="3564001934" sldId="267"/>
            <ac:spMk id="12" creationId="{03889DA2-78E4-8B75-0AB1-6727B508E67E}"/>
          </ac:spMkLst>
        </pc:spChg>
        <pc:picChg chg="add mod ord">
          <ac:chgData name="Chodkowski, John (DHHS-Contractor)" userId="d81c4474-91f1-4931-91d7-ebb3e2df7470" providerId="ADAL" clId="{4C712B20-9B05-4CA2-903A-815D2FE0A4C1}" dt="2026-09-30T20:18:02.525" v="198" actId="1036"/>
          <ac:picMkLst>
            <pc:docMk/>
            <pc:sldMk cId="3564001934" sldId="267"/>
            <ac:picMk id="8" creationId="{8B46E449-8A77-8BD1-678E-3128CA1B56D6}"/>
          </ac:picMkLst>
        </pc:picChg>
      </pc:sldChg>
      <pc:sldChg chg="addSp delSp modSp new mod">
        <pc:chgData name="Chodkowski, John (DHHS-Contractor)" userId="d81c4474-91f1-4931-91d7-ebb3e2df7470" providerId="ADAL" clId="{4C712B20-9B05-4CA2-903A-815D2FE0A4C1}" dt="2026-09-30T20:36:26.512" v="690" actId="1076"/>
        <pc:sldMkLst>
          <pc:docMk/>
          <pc:sldMk cId="1626721785" sldId="268"/>
        </pc:sldMkLst>
        <pc:spChg chg="mod">
          <ac:chgData name="Chodkowski, John (DHHS-Contractor)" userId="d81c4474-91f1-4931-91d7-ebb3e2df7470" providerId="ADAL" clId="{4C712B20-9B05-4CA2-903A-815D2FE0A4C1}" dt="2026-09-30T20:36:16.992" v="688" actId="20577"/>
          <ac:spMkLst>
            <pc:docMk/>
            <pc:sldMk cId="1626721785" sldId="268"/>
            <ac:spMk id="2" creationId="{3AE327FF-0D7E-9A02-621B-EE1F471DDB96}"/>
          </ac:spMkLst>
        </pc:spChg>
        <pc:spChg chg="add mod">
          <ac:chgData name="Chodkowski, John (DHHS-Contractor)" userId="d81c4474-91f1-4931-91d7-ebb3e2df7470" providerId="ADAL" clId="{4C712B20-9B05-4CA2-903A-815D2FE0A4C1}" dt="2026-09-30T20:33:39.533" v="627" actId="1076"/>
          <ac:spMkLst>
            <pc:docMk/>
            <pc:sldMk cId="1626721785" sldId="268"/>
            <ac:spMk id="7" creationId="{C455B9D6-0E10-CD46-F3CE-F65A64B3EA91}"/>
          </ac:spMkLst>
        </pc:spChg>
        <pc:spChg chg="add mod">
          <ac:chgData name="Chodkowski, John (DHHS-Contractor)" userId="d81c4474-91f1-4931-91d7-ebb3e2df7470" providerId="ADAL" clId="{4C712B20-9B05-4CA2-903A-815D2FE0A4C1}" dt="2026-09-30T20:36:26.512" v="690" actId="1076"/>
          <ac:spMkLst>
            <pc:docMk/>
            <pc:sldMk cId="1626721785" sldId="268"/>
            <ac:spMk id="9" creationId="{DA32AF56-FB4E-D5B3-DC0A-EF1176DB4AB5}"/>
          </ac:spMkLst>
        </pc:spChg>
        <pc:picChg chg="add">
          <ac:chgData name="Chodkowski, John (DHHS-Contractor)" userId="d81c4474-91f1-4931-91d7-ebb3e2df7470" providerId="ADAL" clId="{4C712B20-9B05-4CA2-903A-815D2FE0A4C1}" dt="2026-09-30T20:33:26.299" v="625" actId="22"/>
          <ac:picMkLst>
            <pc:docMk/>
            <pc:sldMk cId="1626721785" sldId="268"/>
            <ac:picMk id="5" creationId="{B07C3FF9-ACB0-B32A-94D0-1EC7557F9BFC}"/>
          </ac:picMkLst>
        </pc:picChg>
      </pc:sldChg>
      <pc:sldChg chg="addSp delSp modSp new mod">
        <pc:chgData name="Chodkowski, John (DHHS-Contractor)" userId="d81c4474-91f1-4931-91d7-ebb3e2df7470" providerId="ADAL" clId="{4C712B20-9B05-4CA2-903A-815D2FE0A4C1}" dt="2026-09-30T23:41:09.468" v="1769" actId="1076"/>
        <pc:sldMkLst>
          <pc:docMk/>
          <pc:sldMk cId="3883804470" sldId="269"/>
        </pc:sldMkLst>
        <pc:spChg chg="mod">
          <ac:chgData name="Chodkowski, John (DHHS-Contractor)" userId="d81c4474-91f1-4931-91d7-ebb3e2df7470" providerId="ADAL" clId="{4C712B20-9B05-4CA2-903A-815D2FE0A4C1}" dt="2026-09-30T20:37:06.212" v="729" actId="20577"/>
          <ac:spMkLst>
            <pc:docMk/>
            <pc:sldMk cId="3883804470" sldId="269"/>
            <ac:spMk id="2" creationId="{908025C9-EBD6-B129-4AED-ACE5A55ACFE4}"/>
          </ac:spMkLst>
        </pc:spChg>
        <pc:spChg chg="add mod">
          <ac:chgData name="Chodkowski, John (DHHS-Contractor)" userId="d81c4474-91f1-4931-91d7-ebb3e2df7470" providerId="ADAL" clId="{4C712B20-9B05-4CA2-903A-815D2FE0A4C1}" dt="2026-09-30T20:39:17.428" v="780" actId="1076"/>
          <ac:spMkLst>
            <pc:docMk/>
            <pc:sldMk cId="3883804470" sldId="269"/>
            <ac:spMk id="7" creationId="{203CEA1F-F48C-871F-25FF-01FC215E1852}"/>
          </ac:spMkLst>
        </pc:spChg>
        <pc:spChg chg="add mod">
          <ac:chgData name="Chodkowski, John (DHHS-Contractor)" userId="d81c4474-91f1-4931-91d7-ebb3e2df7470" providerId="ADAL" clId="{4C712B20-9B05-4CA2-903A-815D2FE0A4C1}" dt="2026-09-30T23:41:09.468" v="1769" actId="1076"/>
          <ac:spMkLst>
            <pc:docMk/>
            <pc:sldMk cId="3883804470" sldId="269"/>
            <ac:spMk id="10" creationId="{FCDFAB2F-D12A-094D-C8D9-DFA52C65EEFF}"/>
          </ac:spMkLst>
        </pc:spChg>
        <pc:picChg chg="add mod">
          <ac:chgData name="Chodkowski, John (DHHS-Contractor)" userId="d81c4474-91f1-4931-91d7-ebb3e2df7470" providerId="ADAL" clId="{4C712B20-9B05-4CA2-903A-815D2FE0A4C1}" dt="2026-09-30T20:37:09.108" v="730" actId="1076"/>
          <ac:picMkLst>
            <pc:docMk/>
            <pc:sldMk cId="3883804470" sldId="269"/>
            <ac:picMk id="5" creationId="{9C380A08-38D3-7B60-9C1D-E840ED3BBD14}"/>
          </ac:picMkLst>
        </pc:picChg>
      </pc:sldChg>
      <pc:sldChg chg="addSp delSp modSp new mod modNotesTx">
        <pc:chgData name="Chodkowski, John (DHHS-Contractor)" userId="d81c4474-91f1-4931-91d7-ebb3e2df7470" providerId="ADAL" clId="{4C712B20-9B05-4CA2-903A-815D2FE0A4C1}" dt="2026-10-26T14:58:28.667" v="5959" actId="20577"/>
        <pc:sldMkLst>
          <pc:docMk/>
          <pc:sldMk cId="226276683" sldId="270"/>
        </pc:sldMkLst>
        <pc:spChg chg="mod">
          <ac:chgData name="Chodkowski, John (DHHS-Contractor)" userId="d81c4474-91f1-4931-91d7-ebb3e2df7470" providerId="ADAL" clId="{4C712B20-9B05-4CA2-903A-815D2FE0A4C1}" dt="2026-09-30T20:39:05.772" v="778" actId="20577"/>
          <ac:spMkLst>
            <pc:docMk/>
            <pc:sldMk cId="226276683" sldId="270"/>
            <ac:spMk id="2" creationId="{A4E8F1D1-7113-7BDF-29FE-2DC0251C3E5A}"/>
          </ac:spMkLst>
        </pc:spChg>
        <pc:spChg chg="add mod">
          <ac:chgData name="Chodkowski, John (DHHS-Contractor)" userId="d81c4474-91f1-4931-91d7-ebb3e2df7470" providerId="ADAL" clId="{4C712B20-9B05-4CA2-903A-815D2FE0A4C1}" dt="2026-10-01T14:43:37.622" v="4162" actId="552"/>
          <ac:spMkLst>
            <pc:docMk/>
            <pc:sldMk cId="226276683" sldId="270"/>
            <ac:spMk id="4" creationId="{364D3D24-B22E-3AF7-8727-6D2A1D9C7EDD}"/>
          </ac:spMkLst>
        </pc:spChg>
        <pc:spChg chg="add mod">
          <ac:chgData name="Chodkowski, John (DHHS-Contractor)" userId="d81c4474-91f1-4931-91d7-ebb3e2df7470" providerId="ADAL" clId="{4C712B20-9B05-4CA2-903A-815D2FE0A4C1}" dt="2026-10-01T14:54:52.310" v="4583" actId="20577"/>
          <ac:spMkLst>
            <pc:docMk/>
            <pc:sldMk cId="226276683" sldId="270"/>
            <ac:spMk id="6" creationId="{60366B43-E664-4222-5230-35CB008177E4}"/>
          </ac:spMkLst>
        </pc:spChg>
        <pc:spChg chg="add mod">
          <ac:chgData name="Chodkowski, John (DHHS-Contractor)" userId="d81c4474-91f1-4931-91d7-ebb3e2df7470" providerId="ADAL" clId="{4C712B20-9B05-4CA2-903A-815D2FE0A4C1}" dt="2026-10-01T14:46:26.254" v="4358" actId="1076"/>
          <ac:spMkLst>
            <pc:docMk/>
            <pc:sldMk cId="226276683" sldId="270"/>
            <ac:spMk id="7" creationId="{9FF6F827-A91A-98B8-B8ED-D0A94C207C96}"/>
          </ac:spMkLst>
        </pc:spChg>
        <pc:spChg chg="add mod">
          <ac:chgData name="Chodkowski, John (DHHS-Contractor)" userId="d81c4474-91f1-4931-91d7-ebb3e2df7470" providerId="ADAL" clId="{4C712B20-9B05-4CA2-903A-815D2FE0A4C1}" dt="2026-10-01T14:43:37.622" v="4162" actId="552"/>
          <ac:spMkLst>
            <pc:docMk/>
            <pc:sldMk cId="226276683" sldId="270"/>
            <ac:spMk id="9" creationId="{4D5E02D4-6F8B-04C5-B107-E905636B42F5}"/>
          </ac:spMkLst>
        </pc:spChg>
        <pc:picChg chg="add mod">
          <ac:chgData name="Chodkowski, John (DHHS-Contractor)" userId="d81c4474-91f1-4931-91d7-ebb3e2df7470" providerId="ADAL" clId="{4C712B20-9B05-4CA2-903A-815D2FE0A4C1}" dt="2026-09-30T23:54:19.484" v="1945" actId="1076"/>
          <ac:picMkLst>
            <pc:docMk/>
            <pc:sldMk cId="226276683" sldId="270"/>
            <ac:picMk id="5" creationId="{C5DA1AF0-253B-C509-E487-8FDFB29AA962}"/>
          </ac:picMkLst>
        </pc:picChg>
      </pc:sldChg>
      <pc:sldChg chg="addSp delSp modSp new mod">
        <pc:chgData name="Chodkowski, John (DHHS-Contractor)" userId="d81c4474-91f1-4931-91d7-ebb3e2df7470" providerId="ADAL" clId="{4C712B20-9B05-4CA2-903A-815D2FE0A4C1}" dt="2026-09-30T23:54:30.276" v="1949" actId="20577"/>
        <pc:sldMkLst>
          <pc:docMk/>
          <pc:sldMk cId="1019673252" sldId="271"/>
        </pc:sldMkLst>
        <pc:spChg chg="mod">
          <ac:chgData name="Chodkowski, John (DHHS-Contractor)" userId="d81c4474-91f1-4931-91d7-ebb3e2df7470" providerId="ADAL" clId="{4C712B20-9B05-4CA2-903A-815D2FE0A4C1}" dt="2026-09-30T23:54:30.276" v="1949" actId="20577"/>
          <ac:spMkLst>
            <pc:docMk/>
            <pc:sldMk cId="1019673252" sldId="271"/>
            <ac:spMk id="2" creationId="{6984B693-66ED-9D3F-AFCA-9B845E9C372D}"/>
          </ac:spMkLst>
        </pc:spChg>
        <pc:spChg chg="add mod">
          <ac:chgData name="Chodkowski, John (DHHS-Contractor)" userId="d81c4474-91f1-4931-91d7-ebb3e2df7470" providerId="ADAL" clId="{4C712B20-9B05-4CA2-903A-815D2FE0A4C1}" dt="2026-09-30T21:37:44.150" v="1409" actId="1076"/>
          <ac:spMkLst>
            <pc:docMk/>
            <pc:sldMk cId="1019673252" sldId="271"/>
            <ac:spMk id="9" creationId="{1468B7CC-EAC9-2AB8-E9EB-7C3592CC7D40}"/>
          </ac:spMkLst>
        </pc:spChg>
        <pc:spChg chg="add mod">
          <ac:chgData name="Chodkowski, John (DHHS-Contractor)" userId="d81c4474-91f1-4931-91d7-ebb3e2df7470" providerId="ADAL" clId="{4C712B20-9B05-4CA2-903A-815D2FE0A4C1}" dt="2026-09-30T21:37:46.971" v="1410" actId="1076"/>
          <ac:spMkLst>
            <pc:docMk/>
            <pc:sldMk cId="1019673252" sldId="271"/>
            <ac:spMk id="10" creationId="{A835A041-8B0D-C0DD-C7C0-77A4AA6C7823}"/>
          </ac:spMkLst>
        </pc:spChg>
        <pc:spChg chg="add mod">
          <ac:chgData name="Chodkowski, John (DHHS-Contractor)" userId="d81c4474-91f1-4931-91d7-ebb3e2df7470" providerId="ADAL" clId="{4C712B20-9B05-4CA2-903A-815D2FE0A4C1}" dt="2026-09-30T21:37:40.168" v="1408" actId="14100"/>
          <ac:spMkLst>
            <pc:docMk/>
            <pc:sldMk cId="1019673252" sldId="271"/>
            <ac:spMk id="12" creationId="{928BCAA5-D0BC-835A-7703-F4C19A32F319}"/>
          </ac:spMkLst>
        </pc:spChg>
        <pc:picChg chg="add mod">
          <ac:chgData name="Chodkowski, John (DHHS-Contractor)" userId="d81c4474-91f1-4931-91d7-ebb3e2df7470" providerId="ADAL" clId="{4C712B20-9B05-4CA2-903A-815D2FE0A4C1}" dt="2026-09-30T21:37:11.557" v="1400" actId="1076"/>
          <ac:picMkLst>
            <pc:docMk/>
            <pc:sldMk cId="1019673252" sldId="271"/>
            <ac:picMk id="5" creationId="{F7F8AE19-ED7E-1882-354D-AA658A1D6ED8}"/>
          </ac:picMkLst>
        </pc:picChg>
      </pc:sldChg>
      <pc:sldChg chg="addSp delSp modSp new mod ord modAnim modNotesTx">
        <pc:chgData name="Chodkowski, John (DHHS-Contractor)" userId="d81c4474-91f1-4931-91d7-ebb3e2df7470" providerId="ADAL" clId="{4C712B20-9B05-4CA2-903A-815D2FE0A4C1}" dt="2026-10-26T14:58:50.096" v="5963" actId="20577"/>
        <pc:sldMkLst>
          <pc:docMk/>
          <pc:sldMk cId="2620230604" sldId="272"/>
        </pc:sldMkLst>
        <pc:spChg chg="mod">
          <ac:chgData name="Chodkowski, John (DHHS-Contractor)" userId="d81c4474-91f1-4931-91d7-ebb3e2df7470" providerId="ADAL" clId="{4C712B20-9B05-4CA2-903A-815D2FE0A4C1}" dt="2026-10-01T00:28:35.794" v="2381" actId="1076"/>
          <ac:spMkLst>
            <pc:docMk/>
            <pc:sldMk cId="2620230604" sldId="272"/>
            <ac:spMk id="2" creationId="{9C4BF1B6-1DA1-D61C-0F2E-CF5EBF143501}"/>
          </ac:spMkLst>
        </pc:spChg>
        <pc:spChg chg="add mod">
          <ac:chgData name="Chodkowski, John (DHHS-Contractor)" userId="d81c4474-91f1-4931-91d7-ebb3e2df7470" providerId="ADAL" clId="{4C712B20-9B05-4CA2-903A-815D2FE0A4C1}" dt="2026-10-01T14:49:51.553" v="4372" actId="207"/>
          <ac:spMkLst>
            <pc:docMk/>
            <pc:sldMk cId="2620230604" sldId="272"/>
            <ac:spMk id="3" creationId="{9ECAA2A5-DACE-55C7-D37C-489158E225BC}"/>
          </ac:spMkLst>
        </pc:spChg>
        <pc:spChg chg="add mod">
          <ac:chgData name="Chodkowski, John (DHHS-Contractor)" userId="d81c4474-91f1-4931-91d7-ebb3e2df7470" providerId="ADAL" clId="{4C712B20-9B05-4CA2-903A-815D2FE0A4C1}" dt="2026-10-01T14:51:49.815" v="4507" actId="1036"/>
          <ac:spMkLst>
            <pc:docMk/>
            <pc:sldMk cId="2620230604" sldId="272"/>
            <ac:spMk id="4" creationId="{2ABDC880-7DA6-5886-67B9-EBA383F24343}"/>
          </ac:spMkLst>
        </pc:spChg>
        <pc:spChg chg="add mod">
          <ac:chgData name="Chodkowski, John (DHHS-Contractor)" userId="d81c4474-91f1-4931-91d7-ebb3e2df7470" providerId="ADAL" clId="{4C712B20-9B05-4CA2-903A-815D2FE0A4C1}" dt="2026-10-01T14:51:13.550" v="4482" actId="14100"/>
          <ac:spMkLst>
            <pc:docMk/>
            <pc:sldMk cId="2620230604" sldId="272"/>
            <ac:spMk id="6" creationId="{EB022259-E39D-0A27-3BF5-8A1B394AFDD3}"/>
          </ac:spMkLst>
        </pc:spChg>
        <pc:spChg chg="add mod">
          <ac:chgData name="Chodkowski, John (DHHS-Contractor)" userId="d81c4474-91f1-4931-91d7-ebb3e2df7470" providerId="ADAL" clId="{4C712B20-9B05-4CA2-903A-815D2FE0A4C1}" dt="2026-10-01T14:51:46.171" v="4499" actId="1036"/>
          <ac:spMkLst>
            <pc:docMk/>
            <pc:sldMk cId="2620230604" sldId="272"/>
            <ac:spMk id="7" creationId="{EAE25C1C-F52A-3B24-0221-4A41564C6EA8}"/>
          </ac:spMkLst>
        </pc:spChg>
        <pc:picChg chg="add mod">
          <ac:chgData name="Chodkowski, John (DHHS-Contractor)" userId="d81c4474-91f1-4931-91d7-ebb3e2df7470" providerId="ADAL" clId="{4C712B20-9B05-4CA2-903A-815D2FE0A4C1}" dt="2026-10-01T14:51:08.281" v="4480" actId="1076"/>
          <ac:picMkLst>
            <pc:docMk/>
            <pc:sldMk cId="2620230604" sldId="272"/>
            <ac:picMk id="5" creationId="{57CCC221-B7A3-1358-6264-6170A79808F3}"/>
          </ac:picMkLst>
        </pc:picChg>
      </pc:sldChg>
      <pc:sldChg chg="addSp delSp modSp new mod">
        <pc:chgData name="Chodkowski, John (DHHS-Contractor)" userId="d81c4474-91f1-4931-91d7-ebb3e2df7470" providerId="ADAL" clId="{4C712B20-9B05-4CA2-903A-815D2FE0A4C1}" dt="2026-10-01T15:05:50.521" v="4783" actId="1076"/>
        <pc:sldMkLst>
          <pc:docMk/>
          <pc:sldMk cId="2203394940" sldId="274"/>
        </pc:sldMkLst>
        <pc:spChg chg="mod">
          <ac:chgData name="Chodkowski, John (DHHS-Contractor)" userId="d81c4474-91f1-4931-91d7-ebb3e2df7470" providerId="ADAL" clId="{4C712B20-9B05-4CA2-903A-815D2FE0A4C1}" dt="2026-09-30T20:59:16.199" v="1121"/>
          <ac:spMkLst>
            <pc:docMk/>
            <pc:sldMk cId="2203394940" sldId="274"/>
            <ac:spMk id="2" creationId="{2B7E5080-8766-5AEC-D211-5D969797F9BD}"/>
          </ac:spMkLst>
        </pc:spChg>
        <pc:spChg chg="add mod">
          <ac:chgData name="Chodkowski, John (DHHS-Contractor)" userId="d81c4474-91f1-4931-91d7-ebb3e2df7470" providerId="ADAL" clId="{4C712B20-9B05-4CA2-903A-815D2FE0A4C1}" dt="2026-10-01T15:05:02.229" v="4762" actId="14100"/>
          <ac:spMkLst>
            <pc:docMk/>
            <pc:sldMk cId="2203394940" sldId="274"/>
            <ac:spMk id="3" creationId="{27341E3E-78BE-1B80-1449-B5AEE6073F0F}"/>
          </ac:spMkLst>
        </pc:spChg>
        <pc:picChg chg="add mod">
          <ac:chgData name="Chodkowski, John (DHHS-Contractor)" userId="d81c4474-91f1-4931-91d7-ebb3e2df7470" providerId="ADAL" clId="{4C712B20-9B05-4CA2-903A-815D2FE0A4C1}" dt="2026-10-01T01:06:41.259" v="3324" actId="1035"/>
          <ac:picMkLst>
            <pc:docMk/>
            <pc:sldMk cId="2203394940" sldId="274"/>
            <ac:picMk id="5" creationId="{DB3C21D8-B111-7A34-BE72-1E464047607C}"/>
          </ac:picMkLst>
        </pc:picChg>
        <pc:cxnChg chg="add mod">
          <ac:chgData name="Chodkowski, John (DHHS-Contractor)" userId="d81c4474-91f1-4931-91d7-ebb3e2df7470" providerId="ADAL" clId="{4C712B20-9B05-4CA2-903A-815D2FE0A4C1}" dt="2026-10-01T15:05:31.175" v="4779" actId="1038"/>
          <ac:cxnSpMkLst>
            <pc:docMk/>
            <pc:sldMk cId="2203394940" sldId="274"/>
            <ac:cxnSpMk id="6" creationId="{BB47C48B-2C39-D0F3-1E8D-43743298C474}"/>
          </ac:cxnSpMkLst>
        </pc:cxnChg>
        <pc:cxnChg chg="add mod">
          <ac:chgData name="Chodkowski, John (DHHS-Contractor)" userId="d81c4474-91f1-4931-91d7-ebb3e2df7470" providerId="ADAL" clId="{4C712B20-9B05-4CA2-903A-815D2FE0A4C1}" dt="2026-10-01T15:05:37.349" v="4781" actId="13822"/>
          <ac:cxnSpMkLst>
            <pc:docMk/>
            <pc:sldMk cId="2203394940" sldId="274"/>
            <ac:cxnSpMk id="8" creationId="{82087E4A-9B59-75C0-BDFE-606A516AEA0D}"/>
          </ac:cxnSpMkLst>
        </pc:cxnChg>
        <pc:cxnChg chg="add mod">
          <ac:chgData name="Chodkowski, John (DHHS-Contractor)" userId="d81c4474-91f1-4931-91d7-ebb3e2df7470" providerId="ADAL" clId="{4C712B20-9B05-4CA2-903A-815D2FE0A4C1}" dt="2026-10-01T15:05:50.521" v="4783" actId="1076"/>
          <ac:cxnSpMkLst>
            <pc:docMk/>
            <pc:sldMk cId="2203394940" sldId="274"/>
            <ac:cxnSpMk id="10" creationId="{AA9879E3-3349-16CE-0916-8F3AD96DF3A6}"/>
          </ac:cxnSpMkLst>
        </pc:cxnChg>
      </pc:sldChg>
      <pc:sldChg chg="addSp delSp modSp new mod modAnim modNotesTx">
        <pc:chgData name="Chodkowski, John (DHHS-Contractor)" userId="d81c4474-91f1-4931-91d7-ebb3e2df7470" providerId="ADAL" clId="{4C712B20-9B05-4CA2-903A-815D2FE0A4C1}" dt="2026-10-26T14:59:27.608" v="5971" actId="20577"/>
        <pc:sldMkLst>
          <pc:docMk/>
          <pc:sldMk cId="3810778640" sldId="275"/>
        </pc:sldMkLst>
        <pc:spChg chg="mod">
          <ac:chgData name="Chodkowski, John (DHHS-Contractor)" userId="d81c4474-91f1-4931-91d7-ebb3e2df7470" providerId="ADAL" clId="{4C712B20-9B05-4CA2-903A-815D2FE0A4C1}" dt="2026-09-30T23:54:36.029" v="1951" actId="20577"/>
          <ac:spMkLst>
            <pc:docMk/>
            <pc:sldMk cId="3810778640" sldId="275"/>
            <ac:spMk id="2" creationId="{764DDE86-99CD-E7C4-A0D7-B2FE9C754A32}"/>
          </ac:spMkLst>
        </pc:spChg>
        <pc:spChg chg="add mod">
          <ac:chgData name="Chodkowski, John (DHHS-Contractor)" userId="d81c4474-91f1-4931-91d7-ebb3e2df7470" providerId="ADAL" clId="{4C712B20-9B05-4CA2-903A-815D2FE0A4C1}" dt="2026-10-01T14:48:39.685" v="4361" actId="20577"/>
          <ac:spMkLst>
            <pc:docMk/>
            <pc:sldMk cId="3810778640" sldId="275"/>
            <ac:spMk id="6" creationId="{32E08A05-442D-59D7-3DFD-688911D0425E}"/>
          </ac:spMkLst>
        </pc:spChg>
        <pc:spChg chg="add mod">
          <ac:chgData name="Chodkowski, John (DHHS-Contractor)" userId="d81c4474-91f1-4931-91d7-ebb3e2df7470" providerId="ADAL" clId="{4C712B20-9B05-4CA2-903A-815D2FE0A4C1}" dt="2026-10-01T00:22:13.172" v="2349" actId="1038"/>
          <ac:spMkLst>
            <pc:docMk/>
            <pc:sldMk cId="3810778640" sldId="275"/>
            <ac:spMk id="20" creationId="{EDCA6CFD-05BF-F330-5309-0C785458F0B4}"/>
          </ac:spMkLst>
        </pc:spChg>
        <pc:picChg chg="add mod">
          <ac:chgData name="Chodkowski, John (DHHS-Contractor)" userId="d81c4474-91f1-4931-91d7-ebb3e2df7470" providerId="ADAL" clId="{4C712B20-9B05-4CA2-903A-815D2FE0A4C1}" dt="2026-10-01T00:17:47.607" v="2306" actId="14100"/>
          <ac:picMkLst>
            <pc:docMk/>
            <pc:sldMk cId="3810778640" sldId="275"/>
            <ac:picMk id="5" creationId="{E8D7E1E8-753C-72B7-5B12-3E05AF122CFD}"/>
          </ac:picMkLst>
        </pc:picChg>
        <pc:cxnChg chg="add mod">
          <ac:chgData name="Chodkowski, John (DHHS-Contractor)" userId="d81c4474-91f1-4931-91d7-ebb3e2df7470" providerId="ADAL" clId="{4C712B20-9B05-4CA2-903A-815D2FE0A4C1}" dt="2026-10-01T00:17:45.056" v="2305" actId="14100"/>
          <ac:cxnSpMkLst>
            <pc:docMk/>
            <pc:sldMk cId="3810778640" sldId="275"/>
            <ac:cxnSpMk id="8" creationId="{14DE7C83-0672-E696-5FC5-29C787178E95}"/>
          </ac:cxnSpMkLst>
        </pc:cxnChg>
        <pc:cxnChg chg="add mod">
          <ac:chgData name="Chodkowski, John (DHHS-Contractor)" userId="d81c4474-91f1-4931-91d7-ebb3e2df7470" providerId="ADAL" clId="{4C712B20-9B05-4CA2-903A-815D2FE0A4C1}" dt="2026-10-01T00:21:03.812" v="2338" actId="14100"/>
          <ac:cxnSpMkLst>
            <pc:docMk/>
            <pc:sldMk cId="3810778640" sldId="275"/>
            <ac:cxnSpMk id="18" creationId="{46EAF8BC-5D5E-2302-5CE1-09B7D1B21B6B}"/>
          </ac:cxnSpMkLst>
        </pc:cxnChg>
      </pc:sldChg>
      <pc:sldChg chg="addSp delSp modSp new mod delAnim modAnim modNotesTx">
        <pc:chgData name="Chodkowski, John (DHHS-Contractor)" userId="d81c4474-91f1-4931-91d7-ebb3e2df7470" providerId="ADAL" clId="{4C712B20-9B05-4CA2-903A-815D2FE0A4C1}" dt="2026-10-20T15:23:53.430" v="5957" actId="167"/>
        <pc:sldMkLst>
          <pc:docMk/>
          <pc:sldMk cId="3350453329" sldId="276"/>
        </pc:sldMkLst>
        <pc:spChg chg="mod">
          <ac:chgData name="Chodkowski, John (DHHS-Contractor)" userId="d81c4474-91f1-4931-91d7-ebb3e2df7470" providerId="ADAL" clId="{4C712B20-9B05-4CA2-903A-815D2FE0A4C1}" dt="2026-10-01T15:10:45.473" v="4986" actId="1076"/>
          <ac:spMkLst>
            <pc:docMk/>
            <pc:sldMk cId="3350453329" sldId="276"/>
            <ac:spMk id="2" creationId="{C740405A-B88A-13A0-F276-2A88C1BCA297}"/>
          </ac:spMkLst>
        </pc:spChg>
        <pc:spChg chg="add mod">
          <ac:chgData name="Chodkowski, John (DHHS-Contractor)" userId="d81c4474-91f1-4931-91d7-ebb3e2df7470" providerId="ADAL" clId="{4C712B20-9B05-4CA2-903A-815D2FE0A4C1}" dt="2026-10-01T15:10:50.353" v="4989" actId="1076"/>
          <ac:spMkLst>
            <pc:docMk/>
            <pc:sldMk cId="3350453329" sldId="276"/>
            <ac:spMk id="6" creationId="{46487E6F-D288-68D2-D93F-D539635808C9}"/>
          </ac:spMkLst>
        </pc:spChg>
        <pc:spChg chg="add mod">
          <ac:chgData name="Chodkowski, John (DHHS-Contractor)" userId="d81c4474-91f1-4931-91d7-ebb3e2df7470" providerId="ADAL" clId="{4C712B20-9B05-4CA2-903A-815D2FE0A4C1}" dt="2026-10-01T15:10:59.551" v="4992" actId="1076"/>
          <ac:spMkLst>
            <pc:docMk/>
            <pc:sldMk cId="3350453329" sldId="276"/>
            <ac:spMk id="7" creationId="{897E83CE-3E36-793C-9863-33C98547CC78}"/>
          </ac:spMkLst>
        </pc:spChg>
        <pc:spChg chg="add mod">
          <ac:chgData name="Chodkowski, John (DHHS-Contractor)" userId="d81c4474-91f1-4931-91d7-ebb3e2df7470" providerId="ADAL" clId="{4C712B20-9B05-4CA2-903A-815D2FE0A4C1}" dt="2026-10-01T15:11:37.255" v="5003" actId="1076"/>
          <ac:spMkLst>
            <pc:docMk/>
            <pc:sldMk cId="3350453329" sldId="276"/>
            <ac:spMk id="8" creationId="{31574C8C-0230-5B1E-84CB-AD37BDE9E140}"/>
          </ac:spMkLst>
        </pc:spChg>
        <pc:spChg chg="add mod">
          <ac:chgData name="Chodkowski, John (DHHS-Contractor)" userId="d81c4474-91f1-4931-91d7-ebb3e2df7470" providerId="ADAL" clId="{4C712B20-9B05-4CA2-903A-815D2FE0A4C1}" dt="2026-10-01T15:11:37.255" v="5003" actId="1076"/>
          <ac:spMkLst>
            <pc:docMk/>
            <pc:sldMk cId="3350453329" sldId="276"/>
            <ac:spMk id="10" creationId="{07B8EB19-BE23-CB58-99FF-F1B50AAFEBBF}"/>
          </ac:spMkLst>
        </pc:spChg>
        <pc:spChg chg="add mod">
          <ac:chgData name="Chodkowski, John (DHHS-Contractor)" userId="d81c4474-91f1-4931-91d7-ebb3e2df7470" providerId="ADAL" clId="{4C712B20-9B05-4CA2-903A-815D2FE0A4C1}" dt="2026-10-01T15:11:40.237" v="5004" actId="1076"/>
          <ac:spMkLst>
            <pc:docMk/>
            <pc:sldMk cId="3350453329" sldId="276"/>
            <ac:spMk id="11" creationId="{A14A2955-0B87-6EDB-370D-4B78C70524ED}"/>
          </ac:spMkLst>
        </pc:spChg>
        <pc:spChg chg="add mod">
          <ac:chgData name="Chodkowski, John (DHHS-Contractor)" userId="d81c4474-91f1-4931-91d7-ebb3e2df7470" providerId="ADAL" clId="{4C712B20-9B05-4CA2-903A-815D2FE0A4C1}" dt="2026-10-01T15:11:40.237" v="5004" actId="1076"/>
          <ac:spMkLst>
            <pc:docMk/>
            <pc:sldMk cId="3350453329" sldId="276"/>
            <ac:spMk id="13" creationId="{C96D40D5-3FFB-CCD5-64AA-B7A4463177DD}"/>
          </ac:spMkLst>
        </pc:spChg>
        <pc:spChg chg="add mod">
          <ac:chgData name="Chodkowski, John (DHHS-Contractor)" userId="d81c4474-91f1-4931-91d7-ebb3e2df7470" providerId="ADAL" clId="{4C712B20-9B05-4CA2-903A-815D2FE0A4C1}" dt="2026-10-01T15:12:14.339" v="5070" actId="20577"/>
          <ac:spMkLst>
            <pc:docMk/>
            <pc:sldMk cId="3350453329" sldId="276"/>
            <ac:spMk id="20" creationId="{6FBA6353-7EB6-D17F-630D-5D71D9EDAA6C}"/>
          </ac:spMkLst>
        </pc:spChg>
        <pc:spChg chg="add mod">
          <ac:chgData name="Chodkowski, John (DHHS-Contractor)" userId="d81c4474-91f1-4931-91d7-ebb3e2df7470" providerId="ADAL" clId="{4C712B20-9B05-4CA2-903A-815D2FE0A4C1}" dt="2026-10-01T15:12:42.160" v="5097" actId="207"/>
          <ac:spMkLst>
            <pc:docMk/>
            <pc:sldMk cId="3350453329" sldId="276"/>
            <ac:spMk id="21" creationId="{DE3FF010-D826-BAF8-35BF-45E0C8140248}"/>
          </ac:spMkLst>
        </pc:spChg>
        <pc:spChg chg="add mod">
          <ac:chgData name="Chodkowski, John (DHHS-Contractor)" userId="d81c4474-91f1-4931-91d7-ebb3e2df7470" providerId="ADAL" clId="{4C712B20-9B05-4CA2-903A-815D2FE0A4C1}" dt="2026-10-01T15:12:52.564" v="5100" actId="14100"/>
          <ac:spMkLst>
            <pc:docMk/>
            <pc:sldMk cId="3350453329" sldId="276"/>
            <ac:spMk id="23" creationId="{5E7B0FBB-4781-6872-7611-B0466345B056}"/>
          </ac:spMkLst>
        </pc:spChg>
        <pc:spChg chg="add mod ord">
          <ac:chgData name="Chodkowski, John (DHHS-Contractor)" userId="d81c4474-91f1-4931-91d7-ebb3e2df7470" providerId="ADAL" clId="{4C712B20-9B05-4CA2-903A-815D2FE0A4C1}" dt="2026-10-20T15:22:37.746" v="5952" actId="166"/>
          <ac:spMkLst>
            <pc:docMk/>
            <pc:sldMk cId="3350453329" sldId="276"/>
            <ac:spMk id="25" creationId="{CA4717CB-A21B-75C3-06EC-1009F0E48879}"/>
          </ac:spMkLst>
        </pc:spChg>
        <pc:spChg chg="add mod">
          <ac:chgData name="Chodkowski, John (DHHS-Contractor)" userId="d81c4474-91f1-4931-91d7-ebb3e2df7470" providerId="ADAL" clId="{4C712B20-9B05-4CA2-903A-815D2FE0A4C1}" dt="2026-10-01T15:14:17.740" v="5139" actId="1076"/>
          <ac:spMkLst>
            <pc:docMk/>
            <pc:sldMk cId="3350453329" sldId="276"/>
            <ac:spMk id="26" creationId="{EC44508A-6175-D257-E07C-CE570EF14E2A}"/>
          </ac:spMkLst>
        </pc:spChg>
        <pc:spChg chg="add mod ord">
          <ac:chgData name="Chodkowski, John (DHHS-Contractor)" userId="d81c4474-91f1-4931-91d7-ebb3e2df7470" providerId="ADAL" clId="{4C712B20-9B05-4CA2-903A-815D2FE0A4C1}" dt="2026-10-20T15:22:37.746" v="5952" actId="166"/>
          <ac:spMkLst>
            <pc:docMk/>
            <pc:sldMk cId="3350453329" sldId="276"/>
            <ac:spMk id="28" creationId="{A0ED18CA-12F8-60B2-DF8E-D47105C1CA8C}"/>
          </ac:spMkLst>
        </pc:spChg>
        <pc:spChg chg="add mod">
          <ac:chgData name="Chodkowski, John (DHHS-Contractor)" userId="d81c4474-91f1-4931-91d7-ebb3e2df7470" providerId="ADAL" clId="{4C712B20-9B05-4CA2-903A-815D2FE0A4C1}" dt="2026-10-01T15:14:47.732" v="5160" actId="20577"/>
          <ac:spMkLst>
            <pc:docMk/>
            <pc:sldMk cId="3350453329" sldId="276"/>
            <ac:spMk id="30" creationId="{C2FA6DEA-A164-7B3D-0976-3EC030077F20}"/>
          </ac:spMkLst>
        </pc:spChg>
        <pc:grpChg chg="add mod ord">
          <ac:chgData name="Chodkowski, John (DHHS-Contractor)" userId="d81c4474-91f1-4931-91d7-ebb3e2df7470" providerId="ADAL" clId="{4C712B20-9B05-4CA2-903A-815D2FE0A4C1}" dt="2026-10-20T15:23:53.430" v="5957" actId="167"/>
          <ac:grpSpMkLst>
            <pc:docMk/>
            <pc:sldMk cId="3350453329" sldId="276"/>
            <ac:grpSpMk id="16" creationId="{C13644BB-6026-69A4-3FEE-BE5D2DDE784F}"/>
          </ac:grpSpMkLst>
        </pc:grpChg>
        <pc:grpChg chg="add mod">
          <ac:chgData name="Chodkowski, John (DHHS-Contractor)" userId="d81c4474-91f1-4931-91d7-ebb3e2df7470" providerId="ADAL" clId="{4C712B20-9B05-4CA2-903A-815D2FE0A4C1}" dt="2026-10-20T15:23:25.170" v="5956" actId="164"/>
          <ac:grpSpMkLst>
            <pc:docMk/>
            <pc:sldMk cId="3350453329" sldId="276"/>
            <ac:grpSpMk id="18" creationId="{692C0930-2BDE-9C97-5E5D-438CA6BE6113}"/>
          </ac:grpSpMkLst>
        </pc:grpChg>
        <pc:picChg chg="add mod">
          <ac:chgData name="Chodkowski, John (DHHS-Contractor)" userId="d81c4474-91f1-4931-91d7-ebb3e2df7470" providerId="ADAL" clId="{4C712B20-9B05-4CA2-903A-815D2FE0A4C1}" dt="2026-10-01T15:11:37.255" v="5003" actId="1076"/>
          <ac:picMkLst>
            <pc:docMk/>
            <pc:sldMk cId="3350453329" sldId="276"/>
            <ac:picMk id="4" creationId="{EDA69AA4-761F-D79E-3A96-2FDC269E68D1}"/>
          </ac:picMkLst>
        </pc:picChg>
        <pc:picChg chg="add mod">
          <ac:chgData name="Chodkowski, John (DHHS-Contractor)" userId="d81c4474-91f1-4931-91d7-ebb3e2df7470" providerId="ADAL" clId="{4C712B20-9B05-4CA2-903A-815D2FE0A4C1}" dt="2026-10-01T15:10:50.353" v="4989" actId="1076"/>
          <ac:picMkLst>
            <pc:docMk/>
            <pc:sldMk cId="3350453329" sldId="276"/>
            <ac:picMk id="5" creationId="{70EE35F0-7ACA-E3BC-8EC2-5039C42F5B38}"/>
          </ac:picMkLst>
        </pc:picChg>
        <pc:picChg chg="add mod modCrop">
          <ac:chgData name="Chodkowski, John (DHHS-Contractor)" userId="d81c4474-91f1-4931-91d7-ebb3e2df7470" providerId="ADAL" clId="{4C712B20-9B05-4CA2-903A-815D2FE0A4C1}" dt="2026-10-20T15:23:25.170" v="5956" actId="164"/>
          <ac:picMkLst>
            <pc:docMk/>
            <pc:sldMk cId="3350453329" sldId="276"/>
            <ac:picMk id="9" creationId="{0E4836D1-6ECF-E49B-215D-990FE7709113}"/>
          </ac:picMkLst>
        </pc:picChg>
        <pc:picChg chg="add mod ord modCrop">
          <ac:chgData name="Chodkowski, John (DHHS-Contractor)" userId="d81c4474-91f1-4931-91d7-ebb3e2df7470" providerId="ADAL" clId="{4C712B20-9B05-4CA2-903A-815D2FE0A4C1}" dt="2026-10-20T15:23:25.170" v="5956" actId="164"/>
          <ac:picMkLst>
            <pc:docMk/>
            <pc:sldMk cId="3350453329" sldId="276"/>
            <ac:picMk id="14" creationId="{71DC4CD5-E35B-DD79-E975-00D91082899B}"/>
          </ac:picMkLst>
        </pc:picChg>
        <pc:picChg chg="add mod modCrop">
          <ac:chgData name="Chodkowski, John (DHHS-Contractor)" userId="d81c4474-91f1-4931-91d7-ebb3e2df7470" providerId="ADAL" clId="{4C712B20-9B05-4CA2-903A-815D2FE0A4C1}" dt="2026-10-01T15:10:34.475" v="4981" actId="164"/>
          <ac:picMkLst>
            <pc:docMk/>
            <pc:sldMk cId="3350453329" sldId="276"/>
            <ac:picMk id="15" creationId="{57979534-8AAF-B93A-A971-EFC3DFAD49F4}"/>
          </ac:picMkLst>
        </pc:picChg>
        <pc:picChg chg="add mod modCrop">
          <ac:chgData name="Chodkowski, John (DHHS-Contractor)" userId="d81c4474-91f1-4931-91d7-ebb3e2df7470" providerId="ADAL" clId="{4C712B20-9B05-4CA2-903A-815D2FE0A4C1}" dt="2026-10-01T15:10:34.475" v="4981" actId="164"/>
          <ac:picMkLst>
            <pc:docMk/>
            <pc:sldMk cId="3350453329" sldId="276"/>
            <ac:picMk id="17" creationId="{AFB7AF41-457D-FD91-9334-8B29D08A6008}"/>
          </ac:picMkLst>
        </pc:picChg>
      </pc:sldChg>
      <pc:sldChg chg="addSp delSp modSp add mod delAnim modAnim modNotesTx">
        <pc:chgData name="Chodkowski, John (DHHS-Contractor)" userId="d81c4474-91f1-4931-91d7-ebb3e2df7470" providerId="ADAL" clId="{4C712B20-9B05-4CA2-903A-815D2FE0A4C1}" dt="2026-10-26T14:59:21.998" v="5970" actId="20577"/>
        <pc:sldMkLst>
          <pc:docMk/>
          <pc:sldMk cId="2944916494" sldId="278"/>
        </pc:sldMkLst>
        <pc:spChg chg="add mod">
          <ac:chgData name="Chodkowski, John (DHHS-Contractor)" userId="d81c4474-91f1-4931-91d7-ebb3e2df7470" providerId="ADAL" clId="{4C712B20-9B05-4CA2-903A-815D2FE0A4C1}" dt="2026-10-01T00:40:47.138" v="2891" actId="14100"/>
          <ac:spMkLst>
            <pc:docMk/>
            <pc:sldMk cId="2944916494" sldId="278"/>
            <ac:spMk id="3" creationId="{186EC0A6-C8EE-BED1-144C-C03FB4F0754E}"/>
          </ac:spMkLst>
        </pc:spChg>
        <pc:spChg chg="add mod">
          <ac:chgData name="Chodkowski, John (DHHS-Contractor)" userId="d81c4474-91f1-4931-91d7-ebb3e2df7470" providerId="ADAL" clId="{4C712B20-9B05-4CA2-903A-815D2FE0A4C1}" dt="2026-10-01T00:50:58.598" v="3199" actId="14100"/>
          <ac:spMkLst>
            <pc:docMk/>
            <pc:sldMk cId="2944916494" sldId="278"/>
            <ac:spMk id="4" creationId="{454E790D-1462-D967-31C8-B443E3A8C1B6}"/>
          </ac:spMkLst>
        </pc:spChg>
        <pc:spChg chg="mod">
          <ac:chgData name="Chodkowski, John (DHHS-Contractor)" userId="d81c4474-91f1-4931-91d7-ebb3e2df7470" providerId="ADAL" clId="{4C712B20-9B05-4CA2-903A-815D2FE0A4C1}" dt="2026-10-01T14:53:44.998" v="4563" actId="20577"/>
          <ac:spMkLst>
            <pc:docMk/>
            <pc:sldMk cId="2944916494" sldId="278"/>
            <ac:spMk id="6" creationId="{A1F52993-94A3-DDA1-E830-6EB8612A59EB}"/>
          </ac:spMkLst>
        </pc:spChg>
        <pc:spChg chg="add mod">
          <ac:chgData name="Chodkowski, John (DHHS-Contractor)" userId="d81c4474-91f1-4931-91d7-ebb3e2df7470" providerId="ADAL" clId="{4C712B20-9B05-4CA2-903A-815D2FE0A4C1}" dt="2026-10-01T00:51:48.022" v="3212" actId="1038"/>
          <ac:spMkLst>
            <pc:docMk/>
            <pc:sldMk cId="2944916494" sldId="278"/>
            <ac:spMk id="7" creationId="{ACFA1003-1F6A-B7A3-26C0-220CB5F0C8B8}"/>
          </ac:spMkLst>
        </pc:spChg>
        <pc:picChg chg="mod">
          <ac:chgData name="Chodkowski, John (DHHS-Contractor)" userId="d81c4474-91f1-4931-91d7-ebb3e2df7470" providerId="ADAL" clId="{4C712B20-9B05-4CA2-903A-815D2FE0A4C1}" dt="2026-10-01T15:14:37.311" v="5143" actId="1076"/>
          <ac:picMkLst>
            <pc:docMk/>
            <pc:sldMk cId="2944916494" sldId="278"/>
            <ac:picMk id="5" creationId="{25146026-BD0F-7525-E3A9-3DB224DE8F55}"/>
          </ac:picMkLst>
        </pc:picChg>
      </pc:sldChg>
      <pc:sldChg chg="addSp modSp new mod">
        <pc:chgData name="Chodkowski, John (DHHS-Contractor)" userId="d81c4474-91f1-4931-91d7-ebb3e2df7470" providerId="ADAL" clId="{4C712B20-9B05-4CA2-903A-815D2FE0A4C1}" dt="2026-10-01T01:01:04.529" v="3264" actId="20577"/>
        <pc:sldMkLst>
          <pc:docMk/>
          <pc:sldMk cId="4026663770" sldId="279"/>
        </pc:sldMkLst>
        <pc:spChg chg="mod">
          <ac:chgData name="Chodkowski, John (DHHS-Contractor)" userId="d81c4474-91f1-4931-91d7-ebb3e2df7470" providerId="ADAL" clId="{4C712B20-9B05-4CA2-903A-815D2FE0A4C1}" dt="2026-10-01T01:01:04.529" v="3264" actId="20577"/>
          <ac:spMkLst>
            <pc:docMk/>
            <pc:sldMk cId="4026663770" sldId="279"/>
            <ac:spMk id="2" creationId="{3BEDE9AE-8D81-72FD-759D-9A1AAC50CC37}"/>
          </ac:spMkLst>
        </pc:spChg>
        <pc:spChg chg="mod">
          <ac:chgData name="Chodkowski, John (DHHS-Contractor)" userId="d81c4474-91f1-4931-91d7-ebb3e2df7470" providerId="ADAL" clId="{4C712B20-9B05-4CA2-903A-815D2FE0A4C1}" dt="2026-10-01T00:53:55.645" v="3236" actId="20577"/>
          <ac:spMkLst>
            <pc:docMk/>
            <pc:sldMk cId="4026663770" sldId="279"/>
            <ac:spMk id="3" creationId="{3323ECA1-0D3E-1F72-AE36-DEC55ADBB1AD}"/>
          </ac:spMkLst>
        </pc:spChg>
        <pc:picChg chg="add mod">
          <ac:chgData name="Chodkowski, John (DHHS-Contractor)" userId="d81c4474-91f1-4931-91d7-ebb3e2df7470" providerId="ADAL" clId="{4C712B20-9B05-4CA2-903A-815D2FE0A4C1}" dt="2026-10-01T01:00:27.954" v="3241" actId="1076"/>
          <ac:picMkLst>
            <pc:docMk/>
            <pc:sldMk cId="4026663770" sldId="279"/>
            <ac:picMk id="5" creationId="{5EFDCB5B-A0A7-F5E2-1184-069D8B37DC55}"/>
          </ac:picMkLst>
        </pc:picChg>
      </pc:sldChg>
      <pc:sldChg chg="delSp modSp add mod modNotesTx">
        <pc:chgData name="Chodkowski, John (DHHS-Contractor)" userId="d81c4474-91f1-4931-91d7-ebb3e2df7470" providerId="ADAL" clId="{4C712B20-9B05-4CA2-903A-815D2FE0A4C1}" dt="2026-10-26T14:59:01.174" v="5967" actId="20577"/>
        <pc:sldMkLst>
          <pc:docMk/>
          <pc:sldMk cId="3570858273" sldId="280"/>
        </pc:sldMkLst>
        <pc:spChg chg="mod">
          <ac:chgData name="Chodkowski, John (DHHS-Contractor)" userId="d81c4474-91f1-4931-91d7-ebb3e2df7470" providerId="ADAL" clId="{4C712B20-9B05-4CA2-903A-815D2FE0A4C1}" dt="2026-10-01T01:06:32.672" v="3318" actId="255"/>
          <ac:spMkLst>
            <pc:docMk/>
            <pc:sldMk cId="3570858273" sldId="280"/>
            <ac:spMk id="2" creationId="{33F02C1E-218E-F60A-D284-F1C8DACAB5FB}"/>
          </ac:spMkLst>
        </pc:spChg>
        <pc:picChg chg="mod">
          <ac:chgData name="Chodkowski, John (DHHS-Contractor)" userId="d81c4474-91f1-4931-91d7-ebb3e2df7470" providerId="ADAL" clId="{4C712B20-9B05-4CA2-903A-815D2FE0A4C1}" dt="2026-10-01T01:06:04.354" v="3315" actId="1076"/>
          <ac:picMkLst>
            <pc:docMk/>
            <pc:sldMk cId="3570858273" sldId="280"/>
            <ac:picMk id="36" creationId="{4DEDBC7A-87F6-C213-D351-82D9711B14DC}"/>
          </ac:picMkLst>
        </pc:picChg>
      </pc:sldChg>
      <pc:sldChg chg="modSp new mod">
        <pc:chgData name="Chodkowski, John (DHHS-Contractor)" userId="d81c4474-91f1-4931-91d7-ebb3e2df7470" providerId="ADAL" clId="{4C712B20-9B05-4CA2-903A-815D2FE0A4C1}" dt="2026-10-01T01:14:28.147" v="3849" actId="20577"/>
        <pc:sldMkLst>
          <pc:docMk/>
          <pc:sldMk cId="2485032079" sldId="281"/>
        </pc:sldMkLst>
        <pc:spChg chg="mod">
          <ac:chgData name="Chodkowski, John (DHHS-Contractor)" userId="d81c4474-91f1-4931-91d7-ebb3e2df7470" providerId="ADAL" clId="{4C712B20-9B05-4CA2-903A-815D2FE0A4C1}" dt="2026-10-01T01:14:28.147" v="3849" actId="20577"/>
          <ac:spMkLst>
            <pc:docMk/>
            <pc:sldMk cId="2485032079" sldId="281"/>
            <ac:spMk id="2" creationId="{164C0E03-6968-1D3D-35E8-1870765979A4}"/>
          </ac:spMkLst>
        </pc:spChg>
        <pc:spChg chg="mod">
          <ac:chgData name="Chodkowski, John (DHHS-Contractor)" userId="d81c4474-91f1-4931-91d7-ebb3e2df7470" providerId="ADAL" clId="{4C712B20-9B05-4CA2-903A-815D2FE0A4C1}" dt="2026-10-01T01:04:50.684" v="3309" actId="20577"/>
          <ac:spMkLst>
            <pc:docMk/>
            <pc:sldMk cId="2485032079" sldId="281"/>
            <ac:spMk id="3" creationId="{102744EB-BF37-1D46-B422-4AB501EBBE36}"/>
          </ac:spMkLst>
        </pc:spChg>
      </pc:sldChg>
      <pc:sldChg chg="addSp delSp modSp add mod">
        <pc:chgData name="Chodkowski, John (DHHS-Contractor)" userId="d81c4474-91f1-4931-91d7-ebb3e2df7470" providerId="ADAL" clId="{4C712B20-9B05-4CA2-903A-815D2FE0A4C1}" dt="2026-10-01T15:16:42.840" v="5236" actId="20577"/>
        <pc:sldMkLst>
          <pc:docMk/>
          <pc:sldMk cId="1198718248" sldId="289"/>
        </pc:sldMkLst>
        <pc:spChg chg="mod">
          <ac:chgData name="Chodkowski, John (DHHS-Contractor)" userId="d81c4474-91f1-4931-91d7-ebb3e2df7470" providerId="ADAL" clId="{4C712B20-9B05-4CA2-903A-815D2FE0A4C1}" dt="2026-10-01T15:16:42.840" v="5236" actId="20577"/>
          <ac:spMkLst>
            <pc:docMk/>
            <pc:sldMk cId="1198718248" sldId="289"/>
            <ac:spMk id="3" creationId="{6F37C5CA-27D0-C1FD-CEA4-99F520853910}"/>
          </ac:spMkLst>
        </pc:spChg>
      </pc:sldChg>
      <pc:sldChg chg="modSp add mod">
        <pc:chgData name="Chodkowski, John (DHHS-Contractor)" userId="d81c4474-91f1-4931-91d7-ebb3e2df7470" providerId="ADAL" clId="{4C712B20-9B05-4CA2-903A-815D2FE0A4C1}" dt="2026-10-01T15:17:07.881" v="5239" actId="20577"/>
        <pc:sldMkLst>
          <pc:docMk/>
          <pc:sldMk cId="2410662014" sldId="1074"/>
        </pc:sldMkLst>
        <pc:spChg chg="mod">
          <ac:chgData name="Chodkowski, John (DHHS-Contractor)" userId="d81c4474-91f1-4931-91d7-ebb3e2df7470" providerId="ADAL" clId="{4C712B20-9B05-4CA2-903A-815D2FE0A4C1}" dt="2026-10-01T15:17:07.881" v="5239" actId="20577"/>
          <ac:spMkLst>
            <pc:docMk/>
            <pc:sldMk cId="2410662014" sldId="1074"/>
            <ac:spMk id="2" creationId="{067D0C47-B587-3E41-ED95-E2696DCF07F7}"/>
          </ac:spMkLst>
        </pc:spChg>
        <pc:picChg chg="mod">
          <ac:chgData name="Chodkowski, John (DHHS-Contractor)" userId="d81c4474-91f1-4931-91d7-ebb3e2df7470" providerId="ADAL" clId="{4C712B20-9B05-4CA2-903A-815D2FE0A4C1}" dt="2026-10-01T01:12:19.669" v="3546" actId="1076"/>
          <ac:picMkLst>
            <pc:docMk/>
            <pc:sldMk cId="2410662014" sldId="1074"/>
            <ac:picMk id="4" creationId="{19A9F749-5C48-6097-8D1E-8C1972A07D8F}"/>
          </ac:picMkLst>
        </pc:picChg>
      </pc:sldChg>
      <pc:sldChg chg="addSp delSp modSp new mod">
        <pc:chgData name="Chodkowski, John (DHHS-Contractor)" userId="d81c4474-91f1-4931-91d7-ebb3e2df7470" providerId="ADAL" clId="{4C712B20-9B05-4CA2-903A-815D2FE0A4C1}" dt="2026-10-01T14:56:08.313" v="4622"/>
        <pc:sldMkLst>
          <pc:docMk/>
          <pc:sldMk cId="884842563" sldId="1075"/>
        </pc:sldMkLst>
        <pc:spChg chg="mod">
          <ac:chgData name="Chodkowski, John (DHHS-Contractor)" userId="d81c4474-91f1-4931-91d7-ebb3e2df7470" providerId="ADAL" clId="{4C712B20-9B05-4CA2-903A-815D2FE0A4C1}" dt="2026-10-01T14:34:25.932" v="4157" actId="20577"/>
          <ac:spMkLst>
            <pc:docMk/>
            <pc:sldMk cId="884842563" sldId="1075"/>
            <ac:spMk id="2" creationId="{D606A06F-8347-50B9-B1B6-64062896CB2B}"/>
          </ac:spMkLst>
        </pc:spChg>
        <pc:picChg chg="add mod modCrop">
          <ac:chgData name="Chodkowski, John (DHHS-Contractor)" userId="d81c4474-91f1-4931-91d7-ebb3e2df7470" providerId="ADAL" clId="{4C712B20-9B05-4CA2-903A-815D2FE0A4C1}" dt="2026-10-01T14:55:50.084" v="4588" actId="1076"/>
          <ac:picMkLst>
            <pc:docMk/>
            <pc:sldMk cId="884842563" sldId="1075"/>
            <ac:picMk id="5" creationId="{63D6C536-8118-DE22-15BA-DF44037C73D9}"/>
          </ac:picMkLst>
        </pc:picChg>
      </pc:sldChg>
      <pc:sldChg chg="addSp modSp new mod">
        <pc:chgData name="Chodkowski, John (DHHS-Contractor)" userId="d81c4474-91f1-4931-91d7-ebb3e2df7470" providerId="ADAL" clId="{4C712B20-9B05-4CA2-903A-815D2FE0A4C1}" dt="2026-10-01T15:40:46.417" v="5510" actId="20577"/>
        <pc:sldMkLst>
          <pc:docMk/>
          <pc:sldMk cId="2124135369" sldId="1076"/>
        </pc:sldMkLst>
        <pc:spChg chg="mod">
          <ac:chgData name="Chodkowski, John (DHHS-Contractor)" userId="d81c4474-91f1-4931-91d7-ebb3e2df7470" providerId="ADAL" clId="{4C712B20-9B05-4CA2-903A-815D2FE0A4C1}" dt="2026-10-01T15:40:46.417" v="5510" actId="20577"/>
          <ac:spMkLst>
            <pc:docMk/>
            <pc:sldMk cId="2124135369" sldId="1076"/>
            <ac:spMk id="2" creationId="{EEB086CA-BAE5-C47A-EF0D-64461C4C4CFC}"/>
          </ac:spMkLst>
        </pc:spChg>
        <pc:spChg chg="mod">
          <ac:chgData name="Chodkowski, John (DHHS-Contractor)" userId="d81c4474-91f1-4931-91d7-ebb3e2df7470" providerId="ADAL" clId="{4C712B20-9B05-4CA2-903A-815D2FE0A4C1}" dt="2026-10-01T15:36:19.531" v="5471" actId="20577"/>
          <ac:spMkLst>
            <pc:docMk/>
            <pc:sldMk cId="2124135369" sldId="1076"/>
            <ac:spMk id="3" creationId="{D8545BDB-E8DD-0D69-97C9-24199410F84D}"/>
          </ac:spMkLst>
        </pc:spChg>
        <pc:picChg chg="add mod">
          <ac:chgData name="Chodkowski, John (DHHS-Contractor)" userId="d81c4474-91f1-4931-91d7-ebb3e2df7470" providerId="ADAL" clId="{4C712B20-9B05-4CA2-903A-815D2FE0A4C1}" dt="2026-10-01T15:36:41.786" v="5473" actId="1076"/>
          <ac:picMkLst>
            <pc:docMk/>
            <pc:sldMk cId="2124135369" sldId="1076"/>
            <ac:picMk id="5" creationId="{C69C2E5C-C837-2C0C-289E-7A459E8E74F0}"/>
          </ac:picMkLst>
        </pc:picChg>
        <pc:picChg chg="add mod">
          <ac:chgData name="Chodkowski, John (DHHS-Contractor)" userId="d81c4474-91f1-4931-91d7-ebb3e2df7470" providerId="ADAL" clId="{4C712B20-9B05-4CA2-903A-815D2FE0A4C1}" dt="2026-10-01T15:37:05.387" v="5476" actId="1076"/>
          <ac:picMkLst>
            <pc:docMk/>
            <pc:sldMk cId="2124135369" sldId="1076"/>
            <ac:picMk id="7" creationId="{33DE8FF1-081B-2477-80FE-AB56AA0616B6}"/>
          </ac:picMkLst>
        </pc:picChg>
        <pc:cxnChg chg="add mod">
          <ac:chgData name="Chodkowski, John (DHHS-Contractor)" userId="d81c4474-91f1-4931-91d7-ebb3e2df7470" providerId="ADAL" clId="{4C712B20-9B05-4CA2-903A-815D2FE0A4C1}" dt="2026-10-01T15:37:39.499" v="5483" actId="14100"/>
          <ac:cxnSpMkLst>
            <pc:docMk/>
            <pc:sldMk cId="2124135369" sldId="1076"/>
            <ac:cxnSpMk id="9" creationId="{68254C7A-18F8-83D9-1AF8-5FF33F7029B8}"/>
          </ac:cxnSpMkLst>
        </pc:cxnChg>
        <pc:cxnChg chg="add mod">
          <ac:chgData name="Chodkowski, John (DHHS-Contractor)" userId="d81c4474-91f1-4931-91d7-ebb3e2df7470" providerId="ADAL" clId="{4C712B20-9B05-4CA2-903A-815D2FE0A4C1}" dt="2026-10-01T15:37:26.479" v="5481" actId="13822"/>
          <ac:cxnSpMkLst>
            <pc:docMk/>
            <pc:sldMk cId="2124135369" sldId="1076"/>
            <ac:cxnSpMk id="12" creationId="{D99955F3-AEF7-FA3C-C14E-7B527742B176}"/>
          </ac:cxnSpMkLst>
        </pc:cxnChg>
      </pc:sldChg>
      <pc:sldChg chg="modSp new mod modNotesTx">
        <pc:chgData name="Chodkowski, John (DHHS-Contractor)" userId="d81c4474-91f1-4931-91d7-ebb3e2df7470" providerId="ADAL" clId="{4C712B20-9B05-4CA2-903A-815D2FE0A4C1}" dt="2026-10-26T14:59:12.124" v="5968" actId="20577"/>
        <pc:sldMkLst>
          <pc:docMk/>
          <pc:sldMk cId="4006457056" sldId="1077"/>
        </pc:sldMkLst>
        <pc:spChg chg="mod">
          <ac:chgData name="Chodkowski, John (DHHS-Contractor)" userId="d81c4474-91f1-4931-91d7-ebb3e2df7470" providerId="ADAL" clId="{4C712B20-9B05-4CA2-903A-815D2FE0A4C1}" dt="2026-10-01T15:51:41.816" v="5570" actId="20577"/>
          <ac:spMkLst>
            <pc:docMk/>
            <pc:sldMk cId="4006457056" sldId="1077"/>
            <ac:spMk id="2" creationId="{79063FAC-845F-6C99-725E-943DEFB7B583}"/>
          </ac:spMkLst>
        </pc:spChg>
      </pc:sldChg>
      <pc:sldChg chg="modSp new mod">
        <pc:chgData name="Chodkowski, John (DHHS-Contractor)" userId="d81c4474-91f1-4931-91d7-ebb3e2df7470" providerId="ADAL" clId="{4C712B20-9B05-4CA2-903A-815D2FE0A4C1}" dt="2026-10-01T15:55:33.678" v="5800" actId="20577"/>
        <pc:sldMkLst>
          <pc:docMk/>
          <pc:sldMk cId="3396024450" sldId="1078"/>
        </pc:sldMkLst>
        <pc:spChg chg="mod">
          <ac:chgData name="Chodkowski, John (DHHS-Contractor)" userId="d81c4474-91f1-4931-91d7-ebb3e2df7470" providerId="ADAL" clId="{4C712B20-9B05-4CA2-903A-815D2FE0A4C1}" dt="2026-10-01T15:54:26.354" v="5757" actId="1076"/>
          <ac:spMkLst>
            <pc:docMk/>
            <pc:sldMk cId="3396024450" sldId="1078"/>
            <ac:spMk id="2" creationId="{F151EE00-2FDB-A30D-D71F-C74ED5D2338E}"/>
          </ac:spMkLst>
        </pc:spChg>
        <pc:spChg chg="mod">
          <ac:chgData name="Chodkowski, John (DHHS-Contractor)" userId="d81c4474-91f1-4931-91d7-ebb3e2df7470" providerId="ADAL" clId="{4C712B20-9B05-4CA2-903A-815D2FE0A4C1}" dt="2026-10-01T15:55:33.678" v="5800" actId="20577"/>
          <ac:spMkLst>
            <pc:docMk/>
            <pc:sldMk cId="3396024450" sldId="1078"/>
            <ac:spMk id="3" creationId="{EF71D58D-498D-A6B2-AE2E-B93748D1921A}"/>
          </ac:spMkLst>
        </pc:spChg>
      </pc:sldChg>
      <pc:sldChg chg="modSp new mod">
        <pc:chgData name="Chodkowski, John (DHHS-Contractor)" userId="d81c4474-91f1-4931-91d7-ebb3e2df7470" providerId="ADAL" clId="{4C712B20-9B05-4CA2-903A-815D2FE0A4C1}" dt="2026-10-01T15:59:48.090" v="5922"/>
        <pc:sldMkLst>
          <pc:docMk/>
          <pc:sldMk cId="3715508089" sldId="1079"/>
        </pc:sldMkLst>
        <pc:spChg chg="mod">
          <ac:chgData name="Chodkowski, John (DHHS-Contractor)" userId="d81c4474-91f1-4931-91d7-ebb3e2df7470" providerId="ADAL" clId="{4C712B20-9B05-4CA2-903A-815D2FE0A4C1}" dt="2026-10-01T15:59:20.428" v="5904" actId="20577"/>
          <ac:spMkLst>
            <pc:docMk/>
            <pc:sldMk cId="3715508089" sldId="1079"/>
            <ac:spMk id="2" creationId="{3456B9C0-9A8C-85F5-EAD5-A9EC2F3CAB71}"/>
          </ac:spMkLst>
        </pc:spChg>
        <pc:spChg chg="mod">
          <ac:chgData name="Chodkowski, John (DHHS-Contractor)" userId="d81c4474-91f1-4931-91d7-ebb3e2df7470" providerId="ADAL" clId="{4C712B20-9B05-4CA2-903A-815D2FE0A4C1}" dt="2026-10-01T15:59:48.090" v="5922"/>
          <ac:spMkLst>
            <pc:docMk/>
            <pc:sldMk cId="3715508089" sldId="1079"/>
            <ac:spMk id="3" creationId="{86F55D55-3F58-DBD7-A98A-7E83FFA6C30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84AB11-47DA-428A-9750-3E7FA0F03EE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E8A323-B4E0-4277-A17A-38525A9E62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461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8A323-B4E0-4277-A17A-38525A9E621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5132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8A323-B4E0-4277-A17A-38525A9E621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54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8A323-B4E0-4277-A17A-38525A9E621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2822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8A323-B4E0-4277-A17A-38525A9E621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9692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8A323-B4E0-4277-A17A-38525A9E621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5046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8A323-B4E0-4277-A17A-38525A9E621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4786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9C5CA-192E-9E54-517F-FFCB5408D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4BE59B-6CCE-CFF8-1746-646BF19FDE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0F89AD-031F-0CBD-F09E-00B066611B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DD936E-DB75-4707-2E86-6A0BEFC6A3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8A323-B4E0-4277-A17A-38525A9E621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1206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E4C09-A053-DD62-C2B0-791FC5D97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648366-E257-6310-FC4E-49C5087508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D3599F-DD93-1D3F-85D4-B565C42C33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029527-561C-48F6-2F2C-BA45470908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8A323-B4E0-4277-A17A-38525A9E621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2786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8A323-B4E0-4277-A17A-38525A9E621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8707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8A323-B4E0-4277-A17A-38525A9E621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8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99C4B-8974-41ED-160C-A4575DE309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93FC27-61E2-DC59-94AB-0F7C227015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E0E6B-EE73-DB24-2835-6C9B33C03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A49B-B810-46AD-84DB-CA9D946D4A1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7687A-3CA5-D81C-EE1B-AE46EEF52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696A0B-D43E-ED0C-5FF8-9728B0FDF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4B1D7-613F-441C-A973-76A40B4C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884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CABE8-DB6D-E43C-BAE7-A2DBDDB34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59758-BAFE-471C-2687-7EABAA66A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47C69-C537-5389-A492-5E65B2E57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A49B-B810-46AD-84DB-CA9D946D4A1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72C0C-89C0-33E4-2229-9A7A97ACA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6000C5-BF48-85AC-D348-77882D6AF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4B1D7-613F-441C-A973-76A40B4C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869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F528D-4E92-B7AE-F8BC-3ECAEACE1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157C08-2852-3BD4-3077-D3B695F97E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68EE7-AD53-4AD1-655B-F85081C53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A49B-B810-46AD-84DB-CA9D946D4A1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5C8484-14B7-3615-A212-2E0AEACCC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B7663-BA77-EE4C-D8DC-81ACC0118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4B1D7-613F-441C-A973-76A40B4C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09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C3046-1D9D-E779-3979-D777B8293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E831D-AAE0-59D1-0A67-D840A5E0C5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5F99D6-FD04-4DCB-3892-11836E2BE6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0B34B-8FD5-827D-4C0D-1C51A67CA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A49B-B810-46AD-84DB-CA9D946D4A1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951A91-10D7-FD92-A26F-0BE0FFC6C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071C44-9E1D-E8E8-70BA-AA35F5B6D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4B1D7-613F-441C-A973-76A40B4C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854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3C4F9-4BA7-6DA6-77FF-C1271473A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DC0BA6-35E0-3D1C-E3F7-F2CF2604C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A26773-BF37-975C-AE08-FC7599579D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726CD9-EB31-3766-30BA-0F1D97FFA3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542838-0E34-F87D-06C7-9774D09AA4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F4A851-A949-DC76-F6A8-5174AEB4A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A49B-B810-46AD-84DB-CA9D946D4A1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B10B4E-2585-9E3D-ECDC-D5D715AA0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528B19-25B6-E32A-64AD-090C8F1E6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4B1D7-613F-441C-A973-76A40B4C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552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D8D11-4B4A-3061-7DAE-C6C5266DF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8208A9-97A1-C3FD-3CD7-3F3ECD1E1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A49B-B810-46AD-84DB-CA9D946D4A1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55308A-AED8-0A6C-95A7-0DAC7389E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5FF5C9-0890-BE6B-CA05-8990D04AE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4B1D7-613F-441C-A973-76A40B4C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541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EE7710-81D1-DB56-E39D-35F897438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A49B-B810-46AD-84DB-CA9D946D4A1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100BD7-D215-77A8-C749-6BD56005E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759305-283A-51D2-5BA3-3BD1A5DAF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4B1D7-613F-441C-A973-76A40B4C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D6E19-5E29-F2DD-52DA-BD6679331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D64C2-F3A8-1D83-BEE6-D10D04554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12E515-AEA2-46DA-532E-A5C9A8D9B6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C1890E-9CDD-4F39-36D0-C8FD8300D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A49B-B810-46AD-84DB-CA9D946D4A1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C89B7B-C320-B516-3F5E-20A69E1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C80801-8A1F-4E67-6984-98966EE5D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4B1D7-613F-441C-A973-76A40B4C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77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A979F-138F-07AF-0F79-31965CC83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B8415B-596D-5077-344C-DAB61ABD2B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8A8629-53DD-5603-270B-256ACAAE5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A47F2-B8A6-67AD-2DA3-857A5B815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A49B-B810-46AD-84DB-CA9D946D4A1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0CA610-1B9C-E057-28BB-04D38457F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73C498-CF92-BCD0-CDB4-5D1CB5BEE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4B1D7-613F-441C-A973-76A40B4C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460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DA632-75EC-24FC-14E1-F1077B2D2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058ACC-F628-E900-D679-79F7165F0A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67878-4EBB-D8F8-ECC4-0A80D58D3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A49B-B810-46AD-84DB-CA9D946D4A1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C3D78-EC5C-45E4-DDFE-A7D9B7045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A983E-6D2F-786E-08DA-7A40F8F12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4B1D7-613F-441C-A973-76A40B4C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053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D5A225-BB48-DF32-081A-0C979696CA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21C943-635F-CC37-3B14-B783EFAC9C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31110-34D1-4942-5DC2-7A723B00B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A49B-B810-46AD-84DB-CA9D946D4A1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E6FA9-BDE6-A5C3-0971-9569A3703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FEF36-DE08-208A-C0E6-6F0A6CC0C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4B1D7-613F-441C-A973-76A40B4C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273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BCE0DB-E895-DE4D-C2A7-332BB5C6E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2B95FA-9E6B-9903-F25D-215A540497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57418-532F-0E26-B123-0127090F38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FAA49B-B810-46AD-84DB-CA9D946D4A1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89341-FB90-065E-6618-80F5E4D04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D5A79-3A81-DD3F-9664-759664BE21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E4B1D7-613F-441C-A973-76A40B4C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441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docs/devcontainers/tutoria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ntainers.dev/" TargetMode="External"/><Relationship Id="rId4" Type="http://schemas.openxmlformats.org/officeDocument/2006/relationships/hyperlink" Target="https://docs.github.com/en/codespaces/setting-up-your-project-for-codespaces/adding-a-dev-container-configuration/introduction-to-dev-containers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url?sa=t&amp;source=web&amp;rct=j&amp;opi=89978449&amp;url=CAESagHrOzAVxGhyKO51dkXaEmUiAyIlAbMVLV7Aw74nPQZwP0ly4mxuKaFQMnDhvhN0mybEdFJGoJEdsP04g0fEo6i8qZpLsr8KAksnrOwXW0NlmaUiRboaGgV1u7-t13zmuflBXNkUkustI-Q&amp;ved=2ahUKEwiy0afN_5iXAxXWAoYAHX_vBG0QFnoECBwQAQ&amp;uoh=2&amp;usg=AOvVaw0yRoDSSlzhYFMZpXdG7j4q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code.visualstudio.com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ontainers.dev/templates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ub.docker.com/_/ubuntu" TargetMode="Externa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ontainers.dev/features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ntainers.dev/guide/dependabot" TargetMode="External"/><Relationship Id="rId4" Type="http://schemas.openxmlformats.org/officeDocument/2006/relationships/hyperlink" Target="https://docs.github.com/en/code-security/concepts/supply-chain-security/about-the-dependabot-yml-file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ntainers.dev/implementors/json_reference/" TargetMode="External"/><Relationship Id="rId5" Type="http://schemas.openxmlformats.org/officeDocument/2006/relationships/hyperlink" Target="https://containers.dev/supporting" TargetMode="External"/><Relationship Id="rId4" Type="http://schemas.openxmlformats.org/officeDocument/2006/relationships/hyperlink" Target="https://containers.dev/features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hub.docker.com/_/ubuntu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airtable.com/app65N2kkVrPrK0WL/shrxVCutYeCiC8B4y" TargetMode="External"/><Relationship Id="rId2" Type="http://schemas.openxmlformats.org/officeDocument/2006/relationships/hyperlink" Target="https://docs.docker.com/reference/dockerfil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taPH-B/docker-builds" TargetMode="External"/><Relationship Id="rId2" Type="http://schemas.openxmlformats.org/officeDocument/2006/relationships/hyperlink" Target="https://docs.seqera.io/nextflow/install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LC2141/mdhhs_nextflow_training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www.githubstatus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B07DD-4538-A545-CCAA-F66E3F8DBA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Dev containers and implementation within GitHub </a:t>
            </a:r>
            <a:r>
              <a:rPr lang="en-US" dirty="0" err="1"/>
              <a:t>Codespace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2398D-CEF9-1770-56F2-EC7E21A63A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John Chodkowski</a:t>
            </a:r>
          </a:p>
          <a:p>
            <a:r>
              <a:rPr lang="en-US" dirty="0"/>
              <a:t>10/1/2026</a:t>
            </a:r>
          </a:p>
          <a:p>
            <a:r>
              <a:rPr lang="en-US" dirty="0"/>
              <a:t>Midwest Bioinformatics Office Hour</a:t>
            </a:r>
          </a:p>
        </p:txBody>
      </p:sp>
    </p:spTree>
    <p:extLst>
      <p:ext uri="{BB962C8B-B14F-4D97-AF65-F5344CB8AC3E}">
        <p14:creationId xmlns:p14="http://schemas.microsoft.com/office/powerpoint/2010/main" val="431099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2394D-9EFA-E2F4-B1CE-08D58063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636" y="0"/>
            <a:ext cx="10515600" cy="1325563"/>
          </a:xfrm>
        </p:spPr>
        <p:txBody>
          <a:bodyPr/>
          <a:lstStyle/>
          <a:p>
            <a:r>
              <a:rPr lang="en-US" dirty="0"/>
              <a:t>Development containers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B234A-C42A-0560-65D6-F5DDE2C10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6106"/>
            <a:ext cx="10515600" cy="506085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Run a development environment insider of a container instead of directly on your computer</a:t>
            </a:r>
          </a:p>
          <a:p>
            <a:pPr lvl="1"/>
            <a:r>
              <a:rPr lang="en-US" dirty="0"/>
              <a:t>Most commonly through a Docker container</a:t>
            </a:r>
          </a:p>
          <a:p>
            <a:r>
              <a:rPr lang="en-US" dirty="0"/>
              <a:t>Advantages</a:t>
            </a:r>
          </a:p>
          <a:p>
            <a:pPr lvl="1"/>
            <a:r>
              <a:rPr lang="en-US" dirty="0"/>
              <a:t>Everything is pre-installed and shareable</a:t>
            </a:r>
          </a:p>
          <a:p>
            <a:pPr lvl="2"/>
            <a:r>
              <a:rPr lang="en-US" dirty="0"/>
              <a:t>Reproducibility across a workgroup</a:t>
            </a:r>
          </a:p>
          <a:p>
            <a:pPr lvl="1"/>
            <a:r>
              <a:rPr lang="en-US" dirty="0"/>
              <a:t>Isolated environments avoid package conflicts</a:t>
            </a:r>
          </a:p>
          <a:p>
            <a:pPr lvl="2"/>
            <a:r>
              <a:rPr lang="en-US" dirty="0"/>
              <a:t>Use 1 dev container per project or task </a:t>
            </a:r>
          </a:p>
          <a:p>
            <a:pPr lvl="1"/>
            <a:r>
              <a:rPr lang="en-US" dirty="0"/>
              <a:t>Agnostic to compute platform</a:t>
            </a:r>
          </a:p>
          <a:p>
            <a:pPr lvl="2"/>
            <a:r>
              <a:rPr lang="en-US" dirty="0"/>
              <a:t>Local, remote, cloud, cluster</a:t>
            </a:r>
          </a:p>
          <a:p>
            <a:pPr lvl="1"/>
            <a:r>
              <a:rPr lang="en-US" dirty="0"/>
              <a:t>Works seamlessly with Visual Studio Code (</a:t>
            </a:r>
            <a:r>
              <a:rPr lang="en-US" dirty="0">
                <a:hlinkClick r:id="rId3"/>
              </a:rPr>
              <a:t>VS Code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Run VS Code inside a Docker container when you launch your dev container </a:t>
            </a:r>
          </a:p>
          <a:p>
            <a:pPr lvl="1"/>
            <a:r>
              <a:rPr lang="en-US" dirty="0"/>
              <a:t>Integrates with </a:t>
            </a:r>
            <a:r>
              <a:rPr lang="en-US" dirty="0">
                <a:hlinkClick r:id="rId4"/>
              </a:rPr>
              <a:t>GitHub </a:t>
            </a:r>
            <a:r>
              <a:rPr lang="en-US" dirty="0" err="1">
                <a:hlinkClick r:id="rId4"/>
              </a:rPr>
              <a:t>Codespace</a:t>
            </a:r>
            <a:endParaRPr lang="en-US" dirty="0"/>
          </a:p>
          <a:p>
            <a:pPr lvl="2"/>
            <a:r>
              <a:rPr lang="en-US" dirty="0"/>
              <a:t>Git repos can contain dev container components to launch a </a:t>
            </a:r>
            <a:r>
              <a:rPr lang="en-US" dirty="0" err="1"/>
              <a:t>codespace</a:t>
            </a:r>
            <a:r>
              <a:rPr lang="en-US" dirty="0"/>
              <a:t> </a:t>
            </a:r>
          </a:p>
          <a:p>
            <a:pPr marL="914400" lvl="2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B6B21B-248C-AA84-F14F-8B6B94E2B94B}"/>
              </a:ext>
            </a:extLst>
          </p:cNvPr>
          <p:cNvSpPr txBox="1"/>
          <p:nvPr/>
        </p:nvSpPr>
        <p:spPr>
          <a:xfrm>
            <a:off x="110938" y="6390946"/>
            <a:ext cx="61116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5"/>
              </a:rPr>
              <a:t>https://containers.dev/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60008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6C591-EA7E-B489-94F8-2AD5C9F9A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 container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7B5FA-A7C1-48DE-723D-83B5D513E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8243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devcontainer.json</a:t>
            </a:r>
            <a:endParaRPr lang="en-US" dirty="0"/>
          </a:p>
          <a:p>
            <a:pPr lvl="1"/>
            <a:r>
              <a:rPr lang="en-US" dirty="0"/>
              <a:t>Config file providing instructions on how to build (customize) the dev container</a:t>
            </a:r>
          </a:p>
          <a:p>
            <a:pPr lvl="1"/>
            <a:r>
              <a:rPr lang="en-US" dirty="0"/>
              <a:t>Required</a:t>
            </a:r>
          </a:p>
          <a:p>
            <a:r>
              <a:rPr lang="en-US" dirty="0">
                <a:hlinkClick r:id="rId3"/>
              </a:rPr>
              <a:t>Dockerfile</a:t>
            </a:r>
            <a:endParaRPr lang="en-US" dirty="0"/>
          </a:p>
          <a:p>
            <a:pPr lvl="1"/>
            <a:r>
              <a:rPr lang="en-US" dirty="0"/>
              <a:t>A txt file with step-by-step instructions for building your source code, aka Docker container</a:t>
            </a:r>
          </a:p>
          <a:p>
            <a:pPr lvl="1"/>
            <a:r>
              <a:rPr lang="en-US" dirty="0"/>
              <a:t>Optional</a:t>
            </a:r>
          </a:p>
          <a:p>
            <a:r>
              <a:rPr lang="en-US" dirty="0"/>
              <a:t>docker-</a:t>
            </a:r>
            <a:r>
              <a:rPr lang="en-US" dirty="0" err="1"/>
              <a:t>compose.yml</a:t>
            </a:r>
            <a:endParaRPr lang="en-US" dirty="0"/>
          </a:p>
          <a:p>
            <a:pPr lvl="1"/>
            <a:r>
              <a:rPr lang="en-US" dirty="0"/>
              <a:t>Multi-container configurations</a:t>
            </a:r>
          </a:p>
          <a:p>
            <a:pPr lvl="2"/>
            <a:r>
              <a:rPr lang="en-US" dirty="0"/>
              <a:t>E.g. an R container (analysis) + a </a:t>
            </a:r>
            <a:r>
              <a:rPr lang="en-US" dirty="0" err="1"/>
              <a:t>PostGres</a:t>
            </a:r>
            <a:r>
              <a:rPr lang="en-US" dirty="0"/>
              <a:t> SQL container (database)</a:t>
            </a:r>
          </a:p>
          <a:p>
            <a:pPr lvl="1"/>
            <a:r>
              <a:rPr lang="en-US" dirty="0"/>
              <a:t>Optional</a:t>
            </a:r>
          </a:p>
          <a:p>
            <a:pPr lvl="1"/>
            <a:r>
              <a:rPr lang="en-US" dirty="0"/>
              <a:t>Will not cover this today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393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3CAC1-FDA1-A160-26DA-628971C92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Directory structure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EEE875-0770-7565-6913-5449F225A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9850" y="1818481"/>
            <a:ext cx="6798498" cy="275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00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4B62F-F58C-8EB0-F08F-B5BE3D4B2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0" y="171511"/>
            <a:ext cx="10515600" cy="1325563"/>
          </a:xfrm>
        </p:spPr>
        <p:txBody>
          <a:bodyPr/>
          <a:lstStyle/>
          <a:p>
            <a:r>
              <a:rPr lang="en-US" dirty="0"/>
              <a:t>Integrates with Visual </a:t>
            </a:r>
            <a:r>
              <a:rPr lang="en-US" dirty="0" err="1"/>
              <a:t>Studo</a:t>
            </a:r>
            <a:r>
              <a:rPr lang="en-US" dirty="0"/>
              <a:t> (VS)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42849-0BD2-EE5B-B9D2-38BB46836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8449"/>
            <a:ext cx="10515600" cy="5118039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hlinkClick r:id="rId2"/>
              </a:rPr>
              <a:t>https://code.visualstudio.com/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Let’s walkthrough the creation of a simple dev container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F49E81-E5FF-1D3E-9EAB-96A62CABB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0777" y="2127647"/>
            <a:ext cx="6024074" cy="326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494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39F25-520A-BAC0-0018-848B080BB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install the Dev Container extension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46E449-8A77-8BD1-678E-3128CA1B5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357" y="2024877"/>
            <a:ext cx="10417443" cy="3170195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0826253C-15F9-2D9A-8951-DAF3E2253286}"/>
              </a:ext>
            </a:extLst>
          </p:cNvPr>
          <p:cNvSpPr/>
          <p:nvPr/>
        </p:nvSpPr>
        <p:spPr>
          <a:xfrm>
            <a:off x="659112" y="3676649"/>
            <a:ext cx="358176" cy="24765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ECC9043A-99F3-D005-921A-D35A5FCCE4FF}"/>
              </a:ext>
            </a:extLst>
          </p:cNvPr>
          <p:cNvSpPr/>
          <p:nvPr/>
        </p:nvSpPr>
        <p:spPr>
          <a:xfrm rot="10800000">
            <a:off x="2116437" y="2607468"/>
            <a:ext cx="220415" cy="152400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03889DA2-78E4-8B75-0AB1-6727B508E67E}"/>
              </a:ext>
            </a:extLst>
          </p:cNvPr>
          <p:cNvSpPr/>
          <p:nvPr/>
        </p:nvSpPr>
        <p:spPr>
          <a:xfrm rot="10800000">
            <a:off x="2591346" y="2884508"/>
            <a:ext cx="220415" cy="152400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001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7022C-26CC-BCCC-CB06-6CFB54D9B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Navigate to a directory of interest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B88DDD-99A8-ACF6-F63B-47F246C3E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845" y="1897224"/>
            <a:ext cx="9114310" cy="3596952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3B66F94F-CCFC-FEAB-B5D8-05AE89951312}"/>
              </a:ext>
            </a:extLst>
          </p:cNvPr>
          <p:cNvSpPr/>
          <p:nvPr/>
        </p:nvSpPr>
        <p:spPr>
          <a:xfrm rot="10800000">
            <a:off x="3524796" y="4522808"/>
            <a:ext cx="220415" cy="152400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729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327FF-0D7E-9A02-621B-EE1F471DD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3. Add config files to the directory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7C3FF9-ACB0-B32A-94D0-1EC7557F9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260" y="1672438"/>
            <a:ext cx="9693480" cy="35131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455B9D6-0E10-CD46-F3CE-F65A64B3EA91}"/>
              </a:ext>
            </a:extLst>
          </p:cNvPr>
          <p:cNvSpPr txBox="1"/>
          <p:nvPr/>
        </p:nvSpPr>
        <p:spPr>
          <a:xfrm>
            <a:off x="1249260" y="5638800"/>
            <a:ext cx="7526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the “&gt;” is needed to open the command palette vs searching for files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DA32AF56-FB4E-D5B3-DC0A-EF1176DB4AB5}"/>
              </a:ext>
            </a:extLst>
          </p:cNvPr>
          <p:cNvSpPr/>
          <p:nvPr/>
        </p:nvSpPr>
        <p:spPr>
          <a:xfrm rot="10800000">
            <a:off x="8896896" y="1979633"/>
            <a:ext cx="220415" cy="152400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721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4C278-4B04-8754-70BA-3AE9FE9A6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584" y="129638"/>
            <a:ext cx="10515600" cy="1325563"/>
          </a:xfrm>
        </p:spPr>
        <p:txBody>
          <a:bodyPr/>
          <a:lstStyle/>
          <a:p>
            <a:r>
              <a:rPr lang="en-US" dirty="0"/>
              <a:t>Step 4. Select a container config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907613-C40E-C77B-53D4-5EF3B67D2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695" y="1721972"/>
            <a:ext cx="4503810" cy="34140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6ED041B-3F04-F98B-2726-BB3A9A99DC0E}"/>
              </a:ext>
            </a:extLst>
          </p:cNvPr>
          <p:cNvSpPr txBox="1"/>
          <p:nvPr/>
        </p:nvSpPr>
        <p:spPr>
          <a:xfrm>
            <a:off x="6029325" y="1849111"/>
            <a:ext cx="46291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list of available templates can be viewed, here: </a:t>
            </a:r>
            <a:r>
              <a:rPr lang="en-US" dirty="0">
                <a:hlinkClick r:id="rId3"/>
              </a:rPr>
              <a:t>https://containers.dev/templates</a:t>
            </a:r>
            <a:endParaRPr lang="en-US" dirty="0"/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57A599-5EA9-93DC-D8CB-E8071A096753}"/>
              </a:ext>
            </a:extLst>
          </p:cNvPr>
          <p:cNvSpPr txBox="1"/>
          <p:nvPr/>
        </p:nvSpPr>
        <p:spPr>
          <a:xfrm>
            <a:off x="5996941" y="3695771"/>
            <a:ext cx="5339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this demo, I chose a simple ubuntu container</a:t>
            </a:r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20F1B87-E84F-BB70-0314-A9A89625D6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518" y="4139601"/>
            <a:ext cx="4549534" cy="80779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9C267E4-84A3-EDF3-4462-3278C6CAFF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3518" y="2505670"/>
            <a:ext cx="4406660" cy="1114496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0079BDA1-CAEA-6E92-65F7-4AB2BD31E592}"/>
              </a:ext>
            </a:extLst>
          </p:cNvPr>
          <p:cNvSpPr/>
          <p:nvPr/>
        </p:nvSpPr>
        <p:spPr>
          <a:xfrm rot="10800000">
            <a:off x="7277646" y="2799938"/>
            <a:ext cx="220415" cy="152400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C7AA9982-1E98-8FC3-011B-4BEB0E4F69B2}"/>
              </a:ext>
            </a:extLst>
          </p:cNvPr>
          <p:cNvSpPr/>
          <p:nvPr/>
        </p:nvSpPr>
        <p:spPr>
          <a:xfrm rot="10800000">
            <a:off x="7001421" y="4416146"/>
            <a:ext cx="220415" cy="152400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08B173-F409-6A6E-6F07-DC7F7F2D4127}"/>
              </a:ext>
            </a:extLst>
          </p:cNvPr>
          <p:cNvSpPr txBox="1"/>
          <p:nvPr/>
        </p:nvSpPr>
        <p:spPr>
          <a:xfrm>
            <a:off x="6029325" y="49671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6"/>
              </a:rPr>
              <a:t>https://hub.docker.com/_/ubuntu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33189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025C9-EBD6-B129-4AED-ACE5A55AC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5. Add (optional) features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380A08-38D3-7B60-9C1D-E840ED3BB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140" y="2122091"/>
            <a:ext cx="5896542" cy="2354659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203CEA1F-F48C-871F-25FF-01FC215E1852}"/>
              </a:ext>
            </a:extLst>
          </p:cNvPr>
          <p:cNvSpPr/>
          <p:nvPr/>
        </p:nvSpPr>
        <p:spPr>
          <a:xfrm rot="10800000">
            <a:off x="8342474" y="2215871"/>
            <a:ext cx="220415" cy="152400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DFAB2F-D12A-094D-C8D9-DFA52C65EEFF}"/>
              </a:ext>
            </a:extLst>
          </p:cNvPr>
          <p:cNvSpPr txBox="1"/>
          <p:nvPr/>
        </p:nvSpPr>
        <p:spPr>
          <a:xfrm>
            <a:off x="1003300" y="5207824"/>
            <a:ext cx="10460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Self-contained 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shareable units </a:t>
            </a:r>
            <a:r>
              <a:rPr lang="en-US" dirty="0"/>
              <a:t>of installation code. Features are built on top of the container base layer. </a:t>
            </a:r>
          </a:p>
          <a:p>
            <a:r>
              <a:rPr lang="en-US" dirty="0"/>
              <a:t>I personally prefer to just add a custom Dockerfile specifying my “features” or installations</a:t>
            </a:r>
          </a:p>
        </p:txBody>
      </p:sp>
    </p:spTree>
    <p:extLst>
      <p:ext uri="{BB962C8B-B14F-4D97-AF65-F5344CB8AC3E}">
        <p14:creationId xmlns:p14="http://schemas.microsoft.com/office/powerpoint/2010/main" val="3883804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8F1D1-7113-7BDF-29FE-2DC0251C3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6. Add an (optional) file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DA1AF0-253B-C509-E487-8FDFB29AA9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110" y="2164059"/>
            <a:ext cx="9242068" cy="959813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9FF6F827-A91A-98B8-B8ED-D0A94C207C96}"/>
              </a:ext>
            </a:extLst>
          </p:cNvPr>
          <p:cNvSpPr/>
          <p:nvPr/>
        </p:nvSpPr>
        <p:spPr>
          <a:xfrm rot="10800000">
            <a:off x="10252704" y="2256023"/>
            <a:ext cx="437524" cy="302514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5E02D4-6F8B-04C5-B107-E905636B42F5}"/>
              </a:ext>
            </a:extLst>
          </p:cNvPr>
          <p:cNvSpPr txBox="1"/>
          <p:nvPr/>
        </p:nvSpPr>
        <p:spPr>
          <a:xfrm>
            <a:off x="1048822" y="3123872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hlinkClick r:id="rId4"/>
              </a:rPr>
              <a:t>https://docs.github.com/en/code-security/concepts/supply-chain-security/about-the-dependabot-yml-file</a:t>
            </a:r>
            <a:r>
              <a:rPr lang="en-US" sz="100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4D3D24-B22E-3AF7-8727-6D2A1D9C7EDD}"/>
              </a:ext>
            </a:extLst>
          </p:cNvPr>
          <p:cNvSpPr txBox="1"/>
          <p:nvPr/>
        </p:nvSpPr>
        <p:spPr>
          <a:xfrm>
            <a:off x="1048822" y="3370093"/>
            <a:ext cx="609407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hlinkClick r:id="rId5"/>
              </a:rPr>
              <a:t>https://containers.dev/guide/dependabot</a:t>
            </a:r>
            <a:r>
              <a:rPr lang="en-US" sz="1000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366B43-E664-4222-5230-35CB008177E4}"/>
              </a:ext>
            </a:extLst>
          </p:cNvPr>
          <p:cNvSpPr txBox="1"/>
          <p:nvPr/>
        </p:nvSpPr>
        <p:spPr>
          <a:xfrm>
            <a:off x="1048822" y="4156946"/>
            <a:ext cx="9988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GitHub feature to automatically scan and manage dependencies. Automatically generates a request to update dev container features (previous slide)</a:t>
            </a:r>
          </a:p>
        </p:txBody>
      </p:sp>
    </p:spTree>
    <p:extLst>
      <p:ext uri="{BB962C8B-B14F-4D97-AF65-F5344CB8AC3E}">
        <p14:creationId xmlns:p14="http://schemas.microsoft.com/office/powerpoint/2010/main" val="226276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6A06F-8347-50B9-B1B6-64062896C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 container creation is then complete!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D6C536-8118-DE22-15BA-DF44037C73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602" r="71336"/>
          <a:stretch>
            <a:fillRect/>
          </a:stretch>
        </p:blipFill>
        <p:spPr>
          <a:xfrm>
            <a:off x="4157923" y="1671638"/>
            <a:ext cx="2671502" cy="4070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842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DE3EC196-C652-1738-A3FA-DED3401BC3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7" t="63286" r="96523"/>
          <a:stretch>
            <a:fillRect/>
          </a:stretch>
        </p:blipFill>
        <p:spPr>
          <a:xfrm>
            <a:off x="1383881" y="1715049"/>
            <a:ext cx="840467" cy="404657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E5DE7BA-14C6-37D9-AB0E-0DF26B22B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5298" y="1715048"/>
            <a:ext cx="9320068" cy="40465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DCF678-D0C7-3D05-C0DE-7D823FC9E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904" y="290046"/>
            <a:ext cx="10951845" cy="1325563"/>
          </a:xfrm>
        </p:spPr>
        <p:txBody>
          <a:bodyPr>
            <a:normAutofit/>
          </a:bodyPr>
          <a:lstStyle/>
          <a:p>
            <a:r>
              <a:rPr lang="en-US" sz="3000" dirty="0"/>
              <a:t>A .</a:t>
            </a:r>
            <a:r>
              <a:rPr lang="en-US" sz="3000" dirty="0" err="1"/>
              <a:t>devcontainer</a:t>
            </a:r>
            <a:r>
              <a:rPr lang="en-US" sz="3000" dirty="0"/>
              <a:t> directory with a template </a:t>
            </a:r>
            <a:r>
              <a:rPr lang="en-US" sz="3000" dirty="0" err="1"/>
              <a:t>devcontain.json</a:t>
            </a:r>
            <a:r>
              <a:rPr lang="en-US" sz="3000" dirty="0"/>
              <a:t> is then created and saved in your current working directory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5CF5132-9ACC-C840-8139-FB1B7772C39C}"/>
              </a:ext>
            </a:extLst>
          </p:cNvPr>
          <p:cNvCxnSpPr>
            <a:cxnSpLocks/>
          </p:cNvCxnSpPr>
          <p:nvPr/>
        </p:nvCxnSpPr>
        <p:spPr>
          <a:xfrm>
            <a:off x="4359564" y="2875407"/>
            <a:ext cx="12144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CEFADC5-A7A8-369D-5BBA-857D53A97294}"/>
              </a:ext>
            </a:extLst>
          </p:cNvPr>
          <p:cNvSpPr txBox="1"/>
          <p:nvPr/>
        </p:nvSpPr>
        <p:spPr>
          <a:xfrm>
            <a:off x="1730086" y="2740922"/>
            <a:ext cx="27355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Name displayed for dev container when in use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A07B04-A9C8-5BD9-B840-427698F5BB48}"/>
              </a:ext>
            </a:extLst>
          </p:cNvPr>
          <p:cNvCxnSpPr>
            <a:cxnSpLocks/>
          </p:cNvCxnSpPr>
          <p:nvPr/>
        </p:nvCxnSpPr>
        <p:spPr>
          <a:xfrm>
            <a:off x="4359564" y="3186020"/>
            <a:ext cx="12144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9ECF3F3-279E-BA58-868B-6A6C0D3792F9}"/>
              </a:ext>
            </a:extLst>
          </p:cNvPr>
          <p:cNvSpPr txBox="1"/>
          <p:nvPr/>
        </p:nvSpPr>
        <p:spPr>
          <a:xfrm>
            <a:off x="2062423" y="3062909"/>
            <a:ext cx="22971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Name of image from container registry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A76FF73-6DC6-2BC1-6EDE-2B786319B165}"/>
              </a:ext>
            </a:extLst>
          </p:cNvPr>
          <p:cNvCxnSpPr>
            <a:cxnSpLocks/>
          </p:cNvCxnSpPr>
          <p:nvPr/>
        </p:nvCxnSpPr>
        <p:spPr>
          <a:xfrm>
            <a:off x="4359564" y="3615224"/>
            <a:ext cx="12144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0DAEE61-CCBB-D741-63B8-35A49CDBF3B5}"/>
              </a:ext>
            </a:extLst>
          </p:cNvPr>
          <p:cNvSpPr txBox="1"/>
          <p:nvPr/>
        </p:nvSpPr>
        <p:spPr>
          <a:xfrm>
            <a:off x="1413167" y="3492113"/>
            <a:ext cx="31311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Self-contained </a:t>
            </a:r>
            <a:r>
              <a:rPr lang="en-US" sz="1000" dirty="0">
                <a:solidFill>
                  <a:schemeClr val="bg1"/>
                </a:solidFill>
                <a:hlinkClick r:id="rId4"/>
              </a:rPr>
              <a:t>shareable units </a:t>
            </a:r>
            <a:r>
              <a:rPr lang="en-US" sz="1000" dirty="0">
                <a:solidFill>
                  <a:schemeClr val="bg1"/>
                </a:solidFill>
              </a:rPr>
              <a:t>of installation code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C4B3A9F-426D-05C4-A83C-B6A943531DB7}"/>
              </a:ext>
            </a:extLst>
          </p:cNvPr>
          <p:cNvCxnSpPr>
            <a:cxnSpLocks/>
          </p:cNvCxnSpPr>
          <p:nvPr/>
        </p:nvCxnSpPr>
        <p:spPr>
          <a:xfrm>
            <a:off x="4359564" y="4006998"/>
            <a:ext cx="12144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A5A03A6-5348-1793-C8B4-F1B74963EF5F}"/>
              </a:ext>
            </a:extLst>
          </p:cNvPr>
          <p:cNvSpPr txBox="1"/>
          <p:nvPr/>
        </p:nvSpPr>
        <p:spPr>
          <a:xfrm>
            <a:off x="1542473" y="3883887"/>
            <a:ext cx="28170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Locally access applications within the container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022880B-46A6-B7AB-F88C-4FE2B10136ED}"/>
              </a:ext>
            </a:extLst>
          </p:cNvPr>
          <p:cNvCxnSpPr>
            <a:cxnSpLocks/>
          </p:cNvCxnSpPr>
          <p:nvPr/>
        </p:nvCxnSpPr>
        <p:spPr>
          <a:xfrm>
            <a:off x="4359564" y="4452097"/>
            <a:ext cx="12144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3D151B5-E3C2-4F54-DD57-237E78328A7D}"/>
              </a:ext>
            </a:extLst>
          </p:cNvPr>
          <p:cNvSpPr txBox="1"/>
          <p:nvPr/>
        </p:nvSpPr>
        <p:spPr>
          <a:xfrm>
            <a:off x="1653309" y="4328986"/>
            <a:ext cx="27062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Run a command post-dev container creation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C304F72-D9C1-31FD-7156-9BFCA34FA60E}"/>
              </a:ext>
            </a:extLst>
          </p:cNvPr>
          <p:cNvCxnSpPr>
            <a:cxnSpLocks/>
          </p:cNvCxnSpPr>
          <p:nvPr/>
        </p:nvCxnSpPr>
        <p:spPr>
          <a:xfrm>
            <a:off x="4359564" y="4913507"/>
            <a:ext cx="12144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EB5642C-980C-B097-239C-411DE083C0B4}"/>
              </a:ext>
            </a:extLst>
          </p:cNvPr>
          <p:cNvSpPr txBox="1"/>
          <p:nvPr/>
        </p:nvSpPr>
        <p:spPr>
          <a:xfrm>
            <a:off x="1744749" y="4790396"/>
            <a:ext cx="27062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VS code </a:t>
            </a:r>
            <a:r>
              <a:rPr lang="en-US" sz="1000" dirty="0">
                <a:solidFill>
                  <a:schemeClr val="bg1"/>
                </a:solidFill>
                <a:hlinkClick r:id="rId5"/>
              </a:rPr>
              <a:t>settings</a:t>
            </a:r>
            <a:r>
              <a:rPr lang="en-US" sz="1000" dirty="0">
                <a:solidFill>
                  <a:schemeClr val="bg1"/>
                </a:solidFill>
              </a:rPr>
              <a:t> and addition of extensions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8860871-FA87-C376-258B-F4F389626646}"/>
              </a:ext>
            </a:extLst>
          </p:cNvPr>
          <p:cNvCxnSpPr>
            <a:cxnSpLocks/>
          </p:cNvCxnSpPr>
          <p:nvPr/>
        </p:nvCxnSpPr>
        <p:spPr>
          <a:xfrm>
            <a:off x="4359564" y="5342711"/>
            <a:ext cx="12144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BC2AB69-A184-4813-805D-EA0F485614E1}"/>
              </a:ext>
            </a:extLst>
          </p:cNvPr>
          <p:cNvSpPr txBox="1"/>
          <p:nvPr/>
        </p:nvSpPr>
        <p:spPr>
          <a:xfrm>
            <a:off x="3136843" y="5218205"/>
            <a:ext cx="22971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User specification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BC838B1-8FDA-CD87-99F1-5D80BFE0933D}"/>
              </a:ext>
            </a:extLst>
          </p:cNvPr>
          <p:cNvSpPr txBox="1"/>
          <p:nvPr/>
        </p:nvSpPr>
        <p:spPr>
          <a:xfrm>
            <a:off x="316230" y="6059868"/>
            <a:ext cx="112856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These were added by default with the Ubuntu container config template, but a whole list of specifications can be viewed, </a:t>
            </a:r>
            <a:r>
              <a:rPr lang="en-US" sz="1600" dirty="0">
                <a:hlinkClick r:id="rId6"/>
              </a:rPr>
              <a:t>here</a:t>
            </a:r>
            <a:r>
              <a:rPr lang="en-US" sz="16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71238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4B693-66ED-9D3F-AFCA-9B845E9C3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7. Add Dockerfile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F8AE19-ED7E-1882-354D-AA658A1D6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7926" y="1935465"/>
            <a:ext cx="6077736" cy="2987069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1468B7CC-EAC9-2AB8-E9EB-7C3592CC7D40}"/>
              </a:ext>
            </a:extLst>
          </p:cNvPr>
          <p:cNvSpPr/>
          <p:nvPr/>
        </p:nvSpPr>
        <p:spPr>
          <a:xfrm rot="10800000">
            <a:off x="5244668" y="4008734"/>
            <a:ext cx="419531" cy="29007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35A041-8B0D-C0DD-C7C0-77A4AA6C7823}"/>
              </a:ext>
            </a:extLst>
          </p:cNvPr>
          <p:cNvSpPr txBox="1"/>
          <p:nvPr/>
        </p:nvSpPr>
        <p:spPr>
          <a:xfrm>
            <a:off x="6527572" y="2437169"/>
            <a:ext cx="11221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“Add new file”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928BCAA5-D0BC-835A-7703-F4C19A32F319}"/>
              </a:ext>
            </a:extLst>
          </p:cNvPr>
          <p:cNvSpPr/>
          <p:nvPr/>
        </p:nvSpPr>
        <p:spPr>
          <a:xfrm rot="5400000">
            <a:off x="6878891" y="2778897"/>
            <a:ext cx="419530" cy="29007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6732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DDE86-99CD-E7C4-A0D7-B2FE9C75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" y="-7783"/>
            <a:ext cx="10515600" cy="1325563"/>
          </a:xfrm>
        </p:spPr>
        <p:txBody>
          <a:bodyPr/>
          <a:lstStyle/>
          <a:p>
            <a:r>
              <a:rPr lang="en-US" dirty="0"/>
              <a:t>Step 8. Edit Dockerfile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D7E1E8-753C-72B7-5B12-3E05AF122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168" y="1165380"/>
            <a:ext cx="6148353" cy="52156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E08A05-442D-59D7-3DFD-688911D0425E}"/>
              </a:ext>
            </a:extLst>
          </p:cNvPr>
          <p:cNvSpPr txBox="1"/>
          <p:nvPr/>
        </p:nvSpPr>
        <p:spPr>
          <a:xfrm>
            <a:off x="7291352" y="1813080"/>
            <a:ext cx="450694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ARG:  Creates variables within a Dockerfile that is used during image build</a:t>
            </a:r>
          </a:p>
          <a:p>
            <a:endParaRPr lang="en-US" dirty="0"/>
          </a:p>
          <a:p>
            <a:r>
              <a:rPr lang="en-US" dirty="0"/>
              <a:t>FROM: indicates which image to start from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4DE7C83-0672-E696-5FC5-29C787178E95}"/>
              </a:ext>
            </a:extLst>
          </p:cNvPr>
          <p:cNvCxnSpPr>
            <a:cxnSpLocks/>
          </p:cNvCxnSpPr>
          <p:nvPr/>
        </p:nvCxnSpPr>
        <p:spPr>
          <a:xfrm>
            <a:off x="2210765" y="2442257"/>
            <a:ext cx="3738627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6EAF8BC-5D5E-2302-5CE1-09B7D1B21B6B}"/>
              </a:ext>
            </a:extLst>
          </p:cNvPr>
          <p:cNvCxnSpPr>
            <a:cxnSpLocks/>
          </p:cNvCxnSpPr>
          <p:nvPr/>
        </p:nvCxnSpPr>
        <p:spPr>
          <a:xfrm>
            <a:off x="5942250" y="2435114"/>
            <a:ext cx="0" cy="26655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DCA6CFD-05BF-F330-5309-0C785458F0B4}"/>
              </a:ext>
            </a:extLst>
          </p:cNvPr>
          <p:cNvSpPr/>
          <p:nvPr/>
        </p:nvSpPr>
        <p:spPr>
          <a:xfrm>
            <a:off x="1495425" y="2066925"/>
            <a:ext cx="1066800" cy="20954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778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BF1B6-1DA1-D61C-0F2E-CF5EBF143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Base image: </a:t>
            </a:r>
            <a:r>
              <a:rPr lang="en-US" dirty="0">
                <a:hlinkClick r:id="rId3"/>
              </a:rPr>
              <a:t>https://hub.docker.com/_/ubuntu</a:t>
            </a: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CCC221-B7A3-1358-6264-6170A79808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138" y="1283494"/>
            <a:ext cx="9503258" cy="42910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E25C1C-F52A-3B24-0221-4A41564C6EA8}"/>
              </a:ext>
            </a:extLst>
          </p:cNvPr>
          <p:cNvSpPr txBox="1"/>
          <p:nvPr/>
        </p:nvSpPr>
        <p:spPr>
          <a:xfrm>
            <a:off x="1676401" y="5562566"/>
            <a:ext cx="87523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For even better reproducibility, folks are starting to use the manifest digest to specify the base image:</a:t>
            </a:r>
          </a:p>
          <a:p>
            <a:r>
              <a:rPr lang="en-US" sz="1400" dirty="0"/>
              <a:t>FROM ubuntu@sha256:61ebaa5cc23ca45450db85eac015435199ec569e28ec222ea13f2aed2110b8a6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CAA2A5-DACE-55C7-D37C-489158E225BC}"/>
              </a:ext>
            </a:extLst>
          </p:cNvPr>
          <p:cNvSpPr/>
          <p:nvPr/>
        </p:nvSpPr>
        <p:spPr>
          <a:xfrm>
            <a:off x="3878579" y="2758441"/>
            <a:ext cx="464821" cy="320040"/>
          </a:xfrm>
          <a:prstGeom prst="rect">
            <a:avLst/>
          </a:prstGeom>
          <a:noFill/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BDC880-7DA6-5886-67B9-EBA383F24343}"/>
              </a:ext>
            </a:extLst>
          </p:cNvPr>
          <p:cNvSpPr txBox="1"/>
          <p:nvPr/>
        </p:nvSpPr>
        <p:spPr>
          <a:xfrm>
            <a:off x="3343275" y="6209611"/>
            <a:ext cx="41726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Pros: complete reproducibility, Cons: security vulnerabilities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022259-E39D-0A27-3BF5-8A1B394AFDD3}"/>
              </a:ext>
            </a:extLst>
          </p:cNvPr>
          <p:cNvSpPr/>
          <p:nvPr/>
        </p:nvSpPr>
        <p:spPr>
          <a:xfrm>
            <a:off x="8504103" y="4615816"/>
            <a:ext cx="1516197" cy="622934"/>
          </a:xfrm>
          <a:prstGeom prst="rect">
            <a:avLst/>
          </a:prstGeom>
          <a:noFill/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230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 animBg="1"/>
      <p:bldP spid="4" grpId="0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D54C2-F0D1-9D5A-D2CA-22E031A68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75099-ADBE-DCF5-4820-052DF49FD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" y="-7783"/>
            <a:ext cx="10515600" cy="1325563"/>
          </a:xfrm>
        </p:spPr>
        <p:txBody>
          <a:bodyPr/>
          <a:lstStyle/>
          <a:p>
            <a:r>
              <a:rPr lang="en-US" dirty="0"/>
              <a:t>Step 8. Edit Dockerfile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146026-BD0F-7525-E3A9-3DB224DE8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168" y="1165380"/>
            <a:ext cx="6148353" cy="52156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F52993-94A3-DDA1-E830-6EB8612A59EB}"/>
              </a:ext>
            </a:extLst>
          </p:cNvPr>
          <p:cNvSpPr txBox="1"/>
          <p:nvPr/>
        </p:nvSpPr>
        <p:spPr>
          <a:xfrm>
            <a:off x="7291352" y="1813080"/>
            <a:ext cx="450694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ARG:  Creates variables within a Dockerfile that is used during image build</a:t>
            </a:r>
          </a:p>
          <a:p>
            <a:endParaRPr lang="en-US" dirty="0"/>
          </a:p>
          <a:p>
            <a:r>
              <a:rPr lang="en-US" dirty="0"/>
              <a:t>FROM: indicates which image to start from</a:t>
            </a:r>
          </a:p>
          <a:p>
            <a:endParaRPr lang="en-US" dirty="0"/>
          </a:p>
          <a:p>
            <a:r>
              <a:rPr lang="en-US" dirty="0"/>
              <a:t>LABEL: image metadata</a:t>
            </a:r>
          </a:p>
          <a:p>
            <a:endParaRPr lang="en-US" dirty="0"/>
          </a:p>
          <a:p>
            <a:r>
              <a:rPr lang="en-US" dirty="0"/>
              <a:t>RUN: runs any valid shell command while building the image</a:t>
            </a:r>
          </a:p>
          <a:p>
            <a:endParaRPr lang="en-US" dirty="0"/>
          </a:p>
          <a:p>
            <a:r>
              <a:rPr lang="en-US" dirty="0"/>
              <a:t>WORKDIR: sets the work directory when you launch the dev container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6EC0A6-C8EE-BED1-144C-C03FB4F0754E}"/>
              </a:ext>
            </a:extLst>
          </p:cNvPr>
          <p:cNvSpPr/>
          <p:nvPr/>
        </p:nvSpPr>
        <p:spPr>
          <a:xfrm>
            <a:off x="1541724" y="2622509"/>
            <a:ext cx="2764058" cy="105824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4E790D-1462-D967-31C8-B443E3A8C1B6}"/>
              </a:ext>
            </a:extLst>
          </p:cNvPr>
          <p:cNvSpPr/>
          <p:nvPr/>
        </p:nvSpPr>
        <p:spPr>
          <a:xfrm>
            <a:off x="1541724" y="3795671"/>
            <a:ext cx="5356786" cy="217686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FA1003-1F6A-B7A3-26C0-220CB5F0C8B8}"/>
              </a:ext>
            </a:extLst>
          </p:cNvPr>
          <p:cNvSpPr/>
          <p:nvPr/>
        </p:nvSpPr>
        <p:spPr>
          <a:xfrm>
            <a:off x="1535374" y="6013449"/>
            <a:ext cx="1178327" cy="34857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916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4" grpId="1" animBg="1"/>
      <p:bldP spid="7" grpId="0" animBg="1"/>
      <p:bldP spid="7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DE9AE-8D81-72FD-759D-9A1AAC50C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 more about Docker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3ECA1-0D3E-1F72-AE36-DEC55ADBB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Dockerfile reference | Docker Docs</a:t>
            </a:r>
            <a:endParaRPr lang="en-US" dirty="0"/>
          </a:p>
          <a:p>
            <a:r>
              <a:rPr lang="en-US" dirty="0">
                <a:hlinkClick r:id="rId3"/>
              </a:rPr>
              <a:t>APHL training directory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FDCB5B-A0A7-F5E2-1184-069D8B37DC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350" y="3546211"/>
            <a:ext cx="10655300" cy="910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6637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6B9C0-9A8C-85F5-EAD5-A9EC2F3CA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I find resources for creating </a:t>
            </a:r>
            <a:r>
              <a:rPr lang="en-US" dirty="0" err="1"/>
              <a:t>Dockerfiles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55D55-3F58-DBD7-A98A-7E83FFA6C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source (</a:t>
            </a:r>
            <a:r>
              <a:rPr lang="en-US" dirty="0">
                <a:hlinkClick r:id="rId2"/>
              </a:rPr>
              <a:t>https://docs.seqera.io/nextflow/install</a:t>
            </a:r>
            <a:r>
              <a:rPr lang="en-US" dirty="0"/>
              <a:t>) </a:t>
            </a:r>
          </a:p>
          <a:p>
            <a:r>
              <a:rPr lang="en-US" dirty="0">
                <a:hlinkClick r:id="rId3"/>
              </a:rPr>
              <a:t>https://github.com/StaPH-B/docker-builds</a:t>
            </a:r>
            <a:endParaRPr lang="en-US" dirty="0"/>
          </a:p>
          <a:p>
            <a:r>
              <a:rPr lang="en-US" dirty="0"/>
              <a:t>LLMs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5080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E5080-8766-5AEC-D211-5D969797F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9: Edit </a:t>
            </a:r>
            <a:r>
              <a:rPr lang="en-US" dirty="0" err="1"/>
              <a:t>devcontainer.json</a:t>
            </a:r>
            <a:r>
              <a:rPr lang="en-US" dirty="0"/>
              <a:t> specifications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3C21D8-B111-7A34-BE72-1E4640476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283" y="1652588"/>
            <a:ext cx="9381033" cy="39703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341E3E-78BE-1B80-1449-B5AEE6073F0F}"/>
              </a:ext>
            </a:extLst>
          </p:cNvPr>
          <p:cNvSpPr txBox="1"/>
          <p:nvPr/>
        </p:nvSpPr>
        <p:spPr>
          <a:xfrm>
            <a:off x="6657975" y="2978151"/>
            <a:ext cx="3419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Instead of using base ubuntu image during dev container creation, build from the Dockerfile, instead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B47C48B-2C39-D0F3-1E8D-43743298C474}"/>
              </a:ext>
            </a:extLst>
          </p:cNvPr>
          <p:cNvCxnSpPr/>
          <p:nvPr/>
        </p:nvCxnSpPr>
        <p:spPr>
          <a:xfrm flipV="1">
            <a:off x="8253418" y="2828925"/>
            <a:ext cx="0" cy="161925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2087E4A-9B59-75C0-BDFE-606A516AEA0D}"/>
              </a:ext>
            </a:extLst>
          </p:cNvPr>
          <p:cNvCxnSpPr>
            <a:cxnSpLocks/>
          </p:cNvCxnSpPr>
          <p:nvPr/>
        </p:nvCxnSpPr>
        <p:spPr>
          <a:xfrm flipH="1">
            <a:off x="8048625" y="2838450"/>
            <a:ext cx="2047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A9879E3-3349-16CE-0916-8F3AD96DF3A6}"/>
              </a:ext>
            </a:extLst>
          </p:cNvPr>
          <p:cNvCxnSpPr>
            <a:cxnSpLocks/>
          </p:cNvCxnSpPr>
          <p:nvPr/>
        </p:nvCxnSpPr>
        <p:spPr>
          <a:xfrm flipH="1">
            <a:off x="6453182" y="3152775"/>
            <a:ext cx="2047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3394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120F1-AF4D-9364-2243-07081E98F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4DEDBC7A-87F6-C213-D351-82D9711B14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698" y="1532065"/>
            <a:ext cx="9320068" cy="40465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F02C1E-218E-F60A-D284-F1C8DACAB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355" y="206502"/>
            <a:ext cx="10951845" cy="1325563"/>
          </a:xfrm>
        </p:spPr>
        <p:txBody>
          <a:bodyPr>
            <a:normAutofit/>
          </a:bodyPr>
          <a:lstStyle/>
          <a:p>
            <a:r>
              <a:rPr lang="en-US" dirty="0"/>
              <a:t>Original </a:t>
            </a:r>
            <a:r>
              <a:rPr lang="en-US" dirty="0" err="1"/>
              <a:t>devcontainer.json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8582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C13644BB-6026-69A4-3FEE-BE5D2DDE784F}"/>
              </a:ext>
            </a:extLst>
          </p:cNvPr>
          <p:cNvGrpSpPr/>
          <p:nvPr/>
        </p:nvGrpSpPr>
        <p:grpSpPr>
          <a:xfrm>
            <a:off x="5705946" y="2582150"/>
            <a:ext cx="5410442" cy="3281075"/>
            <a:chOff x="5705946" y="2582150"/>
            <a:chExt cx="5410442" cy="3281075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92C0930-2BDE-9C97-5E5D-438CA6BE6113}"/>
                </a:ext>
              </a:extLst>
            </p:cNvPr>
            <p:cNvGrpSpPr/>
            <p:nvPr/>
          </p:nvGrpSpPr>
          <p:grpSpPr>
            <a:xfrm>
              <a:off x="5705946" y="2582150"/>
              <a:ext cx="5410442" cy="3281075"/>
              <a:chOff x="2960098" y="521718"/>
              <a:chExt cx="6271803" cy="3803434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57979534-8AAF-B93A-A971-EFC3DFAD49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b="50000"/>
              <a:stretch>
                <a:fillRect/>
              </a:stretch>
            </p:blipFill>
            <p:spPr>
              <a:xfrm>
                <a:off x="2960098" y="521718"/>
                <a:ext cx="6271803" cy="2907282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AFB7AF41-457D-FD91-9334-8B29D08A60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t="83931"/>
              <a:stretch>
                <a:fillRect/>
              </a:stretch>
            </p:blipFill>
            <p:spPr>
              <a:xfrm>
                <a:off x="2960098" y="3390782"/>
                <a:ext cx="6271803" cy="934370"/>
              </a:xfrm>
              <a:prstGeom prst="rect">
                <a:avLst/>
              </a:prstGeom>
            </p:spPr>
          </p:pic>
        </p:grp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1DC4CD5-E35B-DD79-E975-00D910828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2802" t="40867" r="55765" b="58102"/>
            <a:stretch>
              <a:fillRect/>
            </a:stretch>
          </p:blipFill>
          <p:spPr>
            <a:xfrm>
              <a:off x="8038236" y="4699459"/>
              <a:ext cx="77523" cy="5173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E4836D1-6ECF-E49B-215D-990FE77091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2802" t="40867" r="29661" b="55542"/>
            <a:stretch>
              <a:fillRect/>
            </a:stretch>
          </p:blipFill>
          <p:spPr>
            <a:xfrm>
              <a:off x="8072832" y="4630652"/>
              <a:ext cx="1489834" cy="180142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740405A-B88A-13A0-F276-2A88C1BCA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121" y="-28789"/>
            <a:ext cx="10515600" cy="1325563"/>
          </a:xfrm>
        </p:spPr>
        <p:txBody>
          <a:bodyPr/>
          <a:lstStyle/>
          <a:p>
            <a:r>
              <a:rPr lang="en-US" dirty="0"/>
              <a:t>Demo dev container launch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EE35F0-7ACA-E3BC-8EC2-5039C42F5B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2044" y="995159"/>
            <a:ext cx="9655377" cy="1226926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46487E6F-D288-68D2-D93F-D539635808C9}"/>
              </a:ext>
            </a:extLst>
          </p:cNvPr>
          <p:cNvSpPr/>
          <p:nvPr/>
        </p:nvSpPr>
        <p:spPr>
          <a:xfrm rot="10800000">
            <a:off x="8624333" y="1443522"/>
            <a:ext cx="406400" cy="254000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7E83CE-3E36-793C-9863-33C98547CC78}"/>
              </a:ext>
            </a:extLst>
          </p:cNvPr>
          <p:cNvSpPr txBox="1"/>
          <p:nvPr/>
        </p:nvSpPr>
        <p:spPr>
          <a:xfrm>
            <a:off x="1181773" y="6017871"/>
            <a:ext cx="96828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 But this was launched on our cluster at MDHHS. There’s another utility for using dev containers, and that’s via GitHub </a:t>
            </a:r>
            <a:r>
              <a:rPr lang="en-US" dirty="0" err="1"/>
              <a:t>codespaces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A69AA4-761F-D79E-3A96-2FDC269E68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333" y="3248845"/>
            <a:ext cx="2682472" cy="2438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1574C8C-0230-5B1E-84CB-AD37BDE9E140}"/>
              </a:ext>
            </a:extLst>
          </p:cNvPr>
          <p:cNvSpPr txBox="1"/>
          <p:nvPr/>
        </p:nvSpPr>
        <p:spPr>
          <a:xfrm>
            <a:off x="934441" y="3605762"/>
            <a:ext cx="21002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Recall, “~” is /home/</a:t>
            </a:r>
            <a:r>
              <a:rPr lang="en-US" sz="1100" dirty="0" err="1"/>
              <a:t>UserName</a:t>
            </a:r>
            <a:endParaRPr lang="en-US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B8EB19-BE23-CB58-99FF-F1B50AAFEBBF}"/>
              </a:ext>
            </a:extLst>
          </p:cNvPr>
          <p:cNvSpPr txBox="1"/>
          <p:nvPr/>
        </p:nvSpPr>
        <p:spPr>
          <a:xfrm>
            <a:off x="934441" y="2945626"/>
            <a:ext cx="20890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Currently on our remote cluster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A14A2955-0B87-6EDB-370D-4B78C70524ED}"/>
              </a:ext>
            </a:extLst>
          </p:cNvPr>
          <p:cNvSpPr/>
          <p:nvPr/>
        </p:nvSpPr>
        <p:spPr>
          <a:xfrm>
            <a:off x="4003566" y="3358960"/>
            <a:ext cx="904875" cy="1766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6D40D5-3FFB-CCD5-64AA-B7A4463177DD}"/>
              </a:ext>
            </a:extLst>
          </p:cNvPr>
          <p:cNvSpPr txBox="1"/>
          <p:nvPr/>
        </p:nvSpPr>
        <p:spPr>
          <a:xfrm>
            <a:off x="3325805" y="2830117"/>
            <a:ext cx="218521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Dev Containers: </a:t>
            </a:r>
          </a:p>
          <a:p>
            <a:pPr algn="ctr"/>
            <a:r>
              <a:rPr lang="en-US" sz="1100" dirty="0"/>
              <a:t>Rebuild and Reopen in Container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BA6353-7EB6-D17F-630D-5D71D9EDAA6C}"/>
              </a:ext>
            </a:extLst>
          </p:cNvPr>
          <p:cNvSpPr txBox="1"/>
          <p:nvPr/>
        </p:nvSpPr>
        <p:spPr>
          <a:xfrm>
            <a:off x="7199944" y="2310657"/>
            <a:ext cx="24224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Successfully launched dev container</a:t>
            </a:r>
          </a:p>
          <a:p>
            <a:pPr algn="ctr"/>
            <a:endParaRPr lang="en-US" sz="11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E3FF010-D826-BAF8-35BF-45E0C8140248}"/>
              </a:ext>
            </a:extLst>
          </p:cNvPr>
          <p:cNvSpPr/>
          <p:nvPr/>
        </p:nvSpPr>
        <p:spPr>
          <a:xfrm>
            <a:off x="5705946" y="5676900"/>
            <a:ext cx="1768004" cy="18594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7B0FBB-4781-6872-7611-B0466345B056}"/>
              </a:ext>
            </a:extLst>
          </p:cNvPr>
          <p:cNvSpPr/>
          <p:nvPr/>
        </p:nvSpPr>
        <p:spPr>
          <a:xfrm>
            <a:off x="8624332" y="3081413"/>
            <a:ext cx="2492055" cy="18594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44508A-6175-D257-E07C-CE570EF14E2A}"/>
              </a:ext>
            </a:extLst>
          </p:cNvPr>
          <p:cNvSpPr txBox="1"/>
          <p:nvPr/>
        </p:nvSpPr>
        <p:spPr>
          <a:xfrm>
            <a:off x="7881109" y="4955828"/>
            <a:ext cx="80021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Assigned </a:t>
            </a:r>
          </a:p>
          <a:p>
            <a:r>
              <a:rPr lang="en-US" sz="1100" dirty="0">
                <a:solidFill>
                  <a:schemeClr val="bg1"/>
                </a:solidFill>
              </a:rPr>
              <a:t>username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2FA6DEA-A164-7B3D-0976-3EC030077F20}"/>
              </a:ext>
            </a:extLst>
          </p:cNvPr>
          <p:cNvSpPr txBox="1"/>
          <p:nvPr/>
        </p:nvSpPr>
        <p:spPr>
          <a:xfrm>
            <a:off x="8952149" y="4955828"/>
            <a:ext cx="7970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WORKDIR</a:t>
            </a:r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CA4717CB-A21B-75C3-06EC-1009F0E48879}"/>
              </a:ext>
            </a:extLst>
          </p:cNvPr>
          <p:cNvSpPr/>
          <p:nvPr/>
        </p:nvSpPr>
        <p:spPr>
          <a:xfrm rot="10800000">
            <a:off x="8174090" y="4784436"/>
            <a:ext cx="214260" cy="194515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A0ED18CA-12F8-60B2-DF8E-D47105C1CA8C}"/>
              </a:ext>
            </a:extLst>
          </p:cNvPr>
          <p:cNvSpPr/>
          <p:nvPr/>
        </p:nvSpPr>
        <p:spPr>
          <a:xfrm rot="10800000">
            <a:off x="9245130" y="4784436"/>
            <a:ext cx="214260" cy="194515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453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1" grpId="0" animBg="1"/>
      <p:bldP spid="13" grpId="0"/>
      <p:bldP spid="20" grpId="0"/>
      <p:bldP spid="21" grpId="0" animBg="1"/>
      <p:bldP spid="23" grpId="0" animBg="1"/>
      <p:bldP spid="26" grpId="0"/>
      <p:bldP spid="30" grpId="0"/>
      <p:bldP spid="25" grpId="0" animBg="1"/>
      <p:bldP spid="2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6D96B-9AD7-6531-4AB9-813510C45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</a:t>
            </a:r>
            <a:r>
              <a:rPr lang="en-US" dirty="0" err="1"/>
              <a:t>Codespaces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7C5CA-27D0-C1FD-CEA4-99F520853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</a:t>
            </a:r>
            <a:r>
              <a:rPr lang="en-US" dirty="0" err="1"/>
              <a:t>linux</a:t>
            </a:r>
            <a:r>
              <a:rPr lang="en-US" dirty="0"/>
              <a:t> environment hosted within a docker container hosted by GitHub</a:t>
            </a:r>
          </a:p>
          <a:p>
            <a:r>
              <a:rPr lang="en-US" dirty="0"/>
              <a:t>Users can fork a repo and start their own </a:t>
            </a:r>
            <a:r>
              <a:rPr lang="en-US" dirty="0" err="1"/>
              <a:t>codespace</a:t>
            </a:r>
            <a:endParaRPr lang="en-US" dirty="0"/>
          </a:p>
          <a:p>
            <a:pPr lvl="1"/>
            <a:r>
              <a:rPr lang="en-US" dirty="0"/>
              <a:t>Provides Virtual Machine (VM) compute environment</a:t>
            </a:r>
          </a:p>
          <a:p>
            <a:pPr lvl="1"/>
            <a:r>
              <a:rPr lang="en-US" dirty="0"/>
              <a:t>Provides VS code editor </a:t>
            </a:r>
          </a:p>
          <a:p>
            <a:r>
              <a:rPr lang="en-US" dirty="0"/>
              <a:t>At minimum, the GitHub repo needs a .</a:t>
            </a:r>
            <a:r>
              <a:rPr lang="en-US" dirty="0" err="1"/>
              <a:t>devcontainer</a:t>
            </a:r>
            <a:r>
              <a:rPr lang="en-US" dirty="0"/>
              <a:t> folder and within:</a:t>
            </a:r>
          </a:p>
          <a:p>
            <a:pPr lvl="1"/>
            <a:r>
              <a:rPr lang="en-US" dirty="0" err="1"/>
              <a:t>devcontainer.json</a:t>
            </a:r>
            <a:endParaRPr lang="en-US" dirty="0"/>
          </a:p>
          <a:p>
            <a:pPr lvl="2"/>
            <a:r>
              <a:rPr lang="en-US" dirty="0"/>
              <a:t>Customize VS code workspace</a:t>
            </a:r>
          </a:p>
          <a:p>
            <a:pPr lvl="1"/>
            <a:r>
              <a:rPr lang="en-US" dirty="0"/>
              <a:t>Dockerfile (optional)</a:t>
            </a:r>
          </a:p>
          <a:p>
            <a:pPr lvl="2"/>
            <a:r>
              <a:rPr lang="en-US" dirty="0"/>
              <a:t>Specify container environment and tool installations</a:t>
            </a:r>
          </a:p>
          <a:p>
            <a:pPr lvl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987182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D0C47-B587-3E41-ED95-E2696DCF07F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66495" y="208240"/>
            <a:ext cx="10515599" cy="762000"/>
          </a:xfrm>
        </p:spPr>
        <p:txBody>
          <a:bodyPr>
            <a:noAutofit/>
          </a:bodyPr>
          <a:lstStyle/>
          <a:p>
            <a:r>
              <a:rPr lang="en-US" sz="2600" dirty="0" err="1">
                <a:latin typeface="Aptos Display (Headings)"/>
              </a:rPr>
              <a:t>Codespaces</a:t>
            </a:r>
            <a:r>
              <a:rPr lang="en-US" sz="2600" dirty="0">
                <a:latin typeface="Aptos Display (Headings)"/>
              </a:rPr>
              <a:t> free quota permits a viable platform for cross-jurisdiction trainings   </a:t>
            </a:r>
          </a:p>
        </p:txBody>
      </p:sp>
      <p:pic>
        <p:nvPicPr>
          <p:cNvPr id="4" name="Picture 3" descr="Graphical user interface, text, application, email&#10;&#10;AI-generated content may be incorrect.">
            <a:extLst>
              <a:ext uri="{FF2B5EF4-FFF2-40B4-BE49-F238E27FC236}">
                <a16:creationId xmlns:a16="http://schemas.microsoft.com/office/drawing/2014/main" id="{19A9F749-5C48-6097-8D1E-8C1972A07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192" y="1092598"/>
            <a:ext cx="5166808" cy="25605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1EF2659-F846-E214-AF20-8F1874CAAD4C}"/>
              </a:ext>
            </a:extLst>
          </p:cNvPr>
          <p:cNvSpPr txBox="1"/>
          <p:nvPr/>
        </p:nvSpPr>
        <p:spPr>
          <a:xfrm>
            <a:off x="838200" y="4053113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46"/>
            <a:r>
              <a:rPr lang="en-US" b="1" dirty="0">
                <a:solidFill>
                  <a:prstClr val="black"/>
                </a:solidFill>
                <a:latin typeface="Aptos" panose="02110004020202020204"/>
              </a:rPr>
              <a:t>The minimum virtual machine (VM) you can launch is 2 cores, so you really only have 60 h of free compute time per month</a:t>
            </a:r>
          </a:p>
          <a:p>
            <a:pPr defTabSz="914446"/>
            <a:endParaRPr lang="en-US" b="1" dirty="0">
              <a:solidFill>
                <a:prstClr val="black"/>
              </a:solidFill>
              <a:latin typeface="Aptos" panose="02110004020202020204"/>
            </a:endParaRPr>
          </a:p>
          <a:p>
            <a:pPr defTabSz="914446"/>
            <a:r>
              <a:rPr lang="en-US" b="1" dirty="0">
                <a:solidFill>
                  <a:prstClr val="black"/>
                </a:solidFill>
                <a:latin typeface="Aptos" panose="02110004020202020204"/>
              </a:rPr>
              <a:t>Make a second GitHub account with an alternative email if you happen to run out of free usage</a:t>
            </a:r>
          </a:p>
        </p:txBody>
      </p:sp>
      <p:pic>
        <p:nvPicPr>
          <p:cNvPr id="6" name="Picture 5" descr="Table&#10;&#10;AI-generated content may be incorrect.">
            <a:extLst>
              <a:ext uri="{FF2B5EF4-FFF2-40B4-BE49-F238E27FC236}">
                <a16:creationId xmlns:a16="http://schemas.microsoft.com/office/drawing/2014/main" id="{92AE3FEF-27D3-D3A0-8B40-F1B249DAE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042" y="1042392"/>
            <a:ext cx="4491725" cy="293459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CF30F28-C4BD-5623-153D-E688F9240690}"/>
              </a:ext>
            </a:extLst>
          </p:cNvPr>
          <p:cNvSpPr/>
          <p:nvPr/>
        </p:nvSpPr>
        <p:spPr>
          <a:xfrm>
            <a:off x="6451043" y="2178092"/>
            <a:ext cx="4348022" cy="33159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6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96C0DF-6FB7-9406-BF26-3E70E8A98E5C}"/>
              </a:ext>
            </a:extLst>
          </p:cNvPr>
          <p:cNvSpPr txBox="1"/>
          <p:nvPr/>
        </p:nvSpPr>
        <p:spPr>
          <a:xfrm>
            <a:off x="1259396" y="5535776"/>
            <a:ext cx="326055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1600" dirty="0"/>
              <a:t>Active sessions automatically end after 15-30 minutes of inactivity, but storage usage remains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FA2F9D-B60A-81D3-DD88-673A7C893607}"/>
              </a:ext>
            </a:extLst>
          </p:cNvPr>
          <p:cNvSpPr txBox="1"/>
          <p:nvPr/>
        </p:nvSpPr>
        <p:spPr>
          <a:xfrm>
            <a:off x="4885838" y="5535776"/>
            <a:ext cx="32605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1600" dirty="0" err="1"/>
              <a:t>Codespaces</a:t>
            </a:r>
            <a:r>
              <a:rPr lang="en-US" sz="1600" dirty="0"/>
              <a:t> are deleted after 30 days of inactivity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A056F5-B605-9128-82B2-5C2CB6615A9B}"/>
              </a:ext>
            </a:extLst>
          </p:cNvPr>
          <p:cNvSpPr/>
          <p:nvPr/>
        </p:nvSpPr>
        <p:spPr>
          <a:xfrm>
            <a:off x="929192" y="2974312"/>
            <a:ext cx="4639503" cy="33159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6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4106620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C0E03-6968-1D3D-35E8-187076597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 container training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744EB-BF37-1D46-B422-4AB501EBB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https://github.com/JLC2141/mdhhs_nextflow_training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0320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086CA-BAE5-C47A-EF0D-64461C4C4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 of </a:t>
            </a:r>
            <a:r>
              <a:rPr lang="en-US" dirty="0" err="1"/>
              <a:t>Codespaces</a:t>
            </a:r>
            <a:r>
              <a:rPr lang="en-US" dirty="0"/>
              <a:t> (but still very reliable)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45BDB-E8DD-0D69-97C9-24199410F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https://www.githubstatus.com/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9C2E5C-C837-2C0C-289E-7A459E8E7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8137" y="2434525"/>
            <a:ext cx="4785775" cy="14936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DE8FF1-081B-2477-80FE-AB56AA0616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5987" y="4001294"/>
            <a:ext cx="5837426" cy="2568163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8254C7A-18F8-83D9-1AF8-5FF33F7029B8}"/>
              </a:ext>
            </a:extLst>
          </p:cNvPr>
          <p:cNvCxnSpPr>
            <a:cxnSpLocks/>
          </p:cNvCxnSpPr>
          <p:nvPr/>
        </p:nvCxnSpPr>
        <p:spPr>
          <a:xfrm>
            <a:off x="2336800" y="3248025"/>
            <a:ext cx="0" cy="2187575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99955F3-AEF7-FA3C-C14E-7B527742B176}"/>
              </a:ext>
            </a:extLst>
          </p:cNvPr>
          <p:cNvCxnSpPr/>
          <p:nvPr/>
        </p:nvCxnSpPr>
        <p:spPr>
          <a:xfrm>
            <a:off x="2311400" y="5435600"/>
            <a:ext cx="6245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41353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1EE00-2FDB-A30D-D71F-C74ED5D23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65125"/>
            <a:ext cx="10515600" cy="1325563"/>
          </a:xfrm>
        </p:spPr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1D58D-498D-A6B2-AE2E-B93748D19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dirty="0"/>
              <a:t>Dev containers for training require</a:t>
            </a:r>
          </a:p>
          <a:p>
            <a:pPr lvl="1"/>
            <a:r>
              <a:rPr lang="en-US" dirty="0"/>
              <a:t>Container runtime</a:t>
            </a:r>
          </a:p>
          <a:p>
            <a:pPr lvl="2"/>
            <a:r>
              <a:rPr lang="en-US" dirty="0"/>
              <a:t>Docker</a:t>
            </a:r>
          </a:p>
          <a:p>
            <a:pPr lvl="1"/>
            <a:r>
              <a:rPr lang="en-US" dirty="0"/>
              <a:t>VS code</a:t>
            </a:r>
          </a:p>
          <a:p>
            <a:pPr lvl="2"/>
            <a:r>
              <a:rPr lang="en-US" dirty="0"/>
              <a:t>With Dev Containers extension</a:t>
            </a:r>
          </a:p>
          <a:p>
            <a:pPr lvl="1"/>
            <a:r>
              <a:rPr lang="en-US" dirty="0"/>
              <a:t>.</a:t>
            </a:r>
            <a:r>
              <a:rPr lang="en-US" dirty="0" err="1"/>
              <a:t>devcontainer</a:t>
            </a:r>
            <a:endParaRPr lang="en-US" dirty="0"/>
          </a:p>
          <a:p>
            <a:pPr lvl="2"/>
            <a:r>
              <a:rPr lang="en-US" dirty="0" err="1"/>
              <a:t>devcontainer.json</a:t>
            </a:r>
            <a:endParaRPr lang="en-US" dirty="0"/>
          </a:p>
          <a:p>
            <a:pPr lvl="2"/>
            <a:r>
              <a:rPr lang="en-US" dirty="0"/>
              <a:t>Dockerfile</a:t>
            </a:r>
          </a:p>
          <a:p>
            <a:pPr lvl="1"/>
            <a:r>
              <a:rPr lang="en-US" dirty="0"/>
              <a:t>GitHub account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0244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63FAC-845F-6C99-725E-943DEFB7B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C6011-9107-1FE8-097C-901458E52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457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586</TotalTime>
  <Words>961</Words>
  <Application>Microsoft Office PowerPoint</Application>
  <PresentationFormat>Widescreen</PresentationFormat>
  <Paragraphs>152</Paragraphs>
  <Slides>28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Aptos</vt:lpstr>
      <vt:lpstr>Aptos Display</vt:lpstr>
      <vt:lpstr>Aptos Display (Headings)</vt:lpstr>
      <vt:lpstr>Arial</vt:lpstr>
      <vt:lpstr>Office Theme</vt:lpstr>
      <vt:lpstr>Dev containers and implementation within GitHub Codespace</vt:lpstr>
      <vt:lpstr>Development containers</vt:lpstr>
      <vt:lpstr>Dev container components</vt:lpstr>
      <vt:lpstr>Directory structure</vt:lpstr>
      <vt:lpstr>Integrates with Visual Studo (VS) Code</vt:lpstr>
      <vt:lpstr>Step 1: install the Dev Container extension</vt:lpstr>
      <vt:lpstr>Step 2: Navigate to a directory of interest</vt:lpstr>
      <vt:lpstr>Step 3. Add config files to the directory</vt:lpstr>
      <vt:lpstr>Step 4. Select a container config</vt:lpstr>
      <vt:lpstr>Step 5. Add (optional) features</vt:lpstr>
      <vt:lpstr>Step 6. Add an (optional) file</vt:lpstr>
      <vt:lpstr>dev container creation is then complete!</vt:lpstr>
      <vt:lpstr>A .devcontainer directory with a template devcontain.json is then created and saved in your current working directory</vt:lpstr>
      <vt:lpstr>Step 7. Add Dockerfile</vt:lpstr>
      <vt:lpstr>Step 8. Edit Dockerfile</vt:lpstr>
      <vt:lpstr>Base image: https://hub.docker.com/_/ubuntu </vt:lpstr>
      <vt:lpstr>Step 8. Edit Dockerfile</vt:lpstr>
      <vt:lpstr>Learn more about Docker</vt:lpstr>
      <vt:lpstr>How do I find resources for creating Dockerfiles?</vt:lpstr>
      <vt:lpstr>Step 9: Edit devcontainer.json specifications</vt:lpstr>
      <vt:lpstr>Original devcontainer.json</vt:lpstr>
      <vt:lpstr>Demo dev container launch</vt:lpstr>
      <vt:lpstr>GitHub Codespaces</vt:lpstr>
      <vt:lpstr>Codespaces free quota permits a viable platform for cross-jurisdiction trainings   </vt:lpstr>
      <vt:lpstr>dev container training example</vt:lpstr>
      <vt:lpstr>Cons of Codespaces (but still very reliable)</vt:lpstr>
      <vt:lpstr>Summary</vt:lpstr>
      <vt:lpstr>Questions?</vt:lpstr>
    </vt:vector>
  </TitlesOfParts>
  <Company>State Of Michigan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Chodkowski, John (DHHS-Contractor)</dc:creator>
  <cp:lastModifiedBy>Chodkowski, John (DHHS-Contractor)</cp:lastModifiedBy>
  <cp:revision>1</cp:revision>
  <dcterms:created xsi:type="dcterms:W3CDTF">2026-09-30T16:10:00Z</dcterms:created>
  <dcterms:modified xsi:type="dcterms:W3CDTF">2026-10-26T14:59:29Z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a2fed65-62e7-46ea-af74-187e0c17143a_Enabled">
    <vt:lpwstr>true</vt:lpwstr>
  </property>
  <property fmtid="{D5CDD505-2E9C-101B-9397-08002B2CF9AE}" pid="3" name="MSIP_Label_3a2fed65-62e7-46ea-af74-187e0c17143a_SetDate">
    <vt:lpwstr>2026-09-30T19:58:33Z</vt:lpwstr>
  </property>
  <property fmtid="{D5CDD505-2E9C-101B-9397-08002B2CF9AE}" pid="4" name="MSIP_Label_3a2fed65-62e7-46ea-af74-187e0c17143a_Method">
    <vt:lpwstr>Privileged</vt:lpwstr>
  </property>
  <property fmtid="{D5CDD505-2E9C-101B-9397-08002B2CF9AE}" pid="5" name="MSIP_Label_3a2fed65-62e7-46ea-af74-187e0c17143a_Name">
    <vt:lpwstr>3a2fed65-62e7-46ea-af74-187e0c17143a</vt:lpwstr>
  </property>
  <property fmtid="{D5CDD505-2E9C-101B-9397-08002B2CF9AE}" pid="6" name="MSIP_Label_3a2fed65-62e7-46ea-af74-187e0c17143a_SiteId">
    <vt:lpwstr>d5fb7087-3777-42ad-966a-892ef47225d1</vt:lpwstr>
  </property>
  <property fmtid="{D5CDD505-2E9C-101B-9397-08002B2CF9AE}" pid="7" name="MSIP_Label_3a2fed65-62e7-46ea-af74-187e0c17143a_ActionId">
    <vt:lpwstr>014d8445-b571-4050-b0f5-7ec8a444ee1f</vt:lpwstr>
  </property>
  <property fmtid="{D5CDD505-2E9C-101B-9397-08002B2CF9AE}" pid="8" name="MSIP_Label_3a2fed65-62e7-46ea-af74-187e0c17143a_ContentBits">
    <vt:lpwstr>0</vt:lpwstr>
  </property>
  <property fmtid="{D5CDD505-2E9C-101B-9397-08002B2CF9AE}" pid="9" name="MSIP_Label_3a2fed65-62e7-46ea-af74-187e0c17143a_Tag">
    <vt:lpwstr>10, 0, 1, 1</vt:lpwstr>
  </property>
</Properties>
</file>